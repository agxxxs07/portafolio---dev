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0F9CF1-C4A4-3741-7940-4853980831CF}" v="34" dt="2026-04-27T01:07:43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Cisneros" userId="S::jorge.cisneros@utp.ac.pa::a982605d-983a-4d5b-82e5-99741f5a147d" providerId="AD" clId="Web-{2B0F9CF1-C4A4-3741-7940-4853980831CF}"/>
    <pc:docChg chg="mod addSld modSld addMainMaster delMainMaster">
      <pc:chgData name="Jorge Cisneros" userId="S::jorge.cisneros@utp.ac.pa::a982605d-983a-4d5b-82e5-99741f5a147d" providerId="AD" clId="Web-{2B0F9CF1-C4A4-3741-7940-4853980831CF}" dt="2026-04-27T01:07:39.154" v="39" actId="20577"/>
      <pc:docMkLst>
        <pc:docMk/>
      </pc:docMkLst>
      <pc:sldChg chg="modSp mod modClrScheme chgLayout">
        <pc:chgData name="Jorge Cisneros" userId="S::jorge.cisneros@utp.ac.pa::a982605d-983a-4d5b-82e5-99741f5a147d" providerId="AD" clId="Web-{2B0F9CF1-C4A4-3741-7940-4853980831CF}" dt="2026-04-27T01:05:05.476" v="10" actId="20577"/>
        <pc:sldMkLst>
          <pc:docMk/>
          <pc:sldMk cId="2406273178" sldId="256"/>
        </pc:sldMkLst>
        <pc:spChg chg="mod ord">
          <ac:chgData name="Jorge Cisneros" userId="S::jorge.cisneros@utp.ac.pa::a982605d-983a-4d5b-82e5-99741f5a147d" providerId="AD" clId="Web-{2B0F9CF1-C4A4-3741-7940-4853980831CF}" dt="2026-04-27T01:04:59.601" v="2" actId="20577"/>
          <ac:spMkLst>
            <pc:docMk/>
            <pc:sldMk cId="2406273178" sldId="256"/>
            <ac:spMk id="2" creationId="{00000000-0000-0000-0000-000000000000}"/>
          </ac:spMkLst>
        </pc:spChg>
        <pc:spChg chg="mod ord">
          <ac:chgData name="Jorge Cisneros" userId="S::jorge.cisneros@utp.ac.pa::a982605d-983a-4d5b-82e5-99741f5a147d" providerId="AD" clId="Web-{2B0F9CF1-C4A4-3741-7940-4853980831CF}" dt="2026-04-27T01:05:05.476" v="10" actId="20577"/>
          <ac:spMkLst>
            <pc:docMk/>
            <pc:sldMk cId="2406273178" sldId="256"/>
            <ac:spMk id="3" creationId="{00000000-0000-0000-0000-000000000000}"/>
          </ac:spMkLst>
        </pc:spChg>
      </pc:sldChg>
      <pc:sldChg chg="modSp new">
        <pc:chgData name="Jorge Cisneros" userId="S::jorge.cisneros@utp.ac.pa::a982605d-983a-4d5b-82e5-99741f5a147d" providerId="AD" clId="Web-{2B0F9CF1-C4A4-3741-7940-4853980831CF}" dt="2026-04-27T01:05:26.351" v="14" actId="20577"/>
        <pc:sldMkLst>
          <pc:docMk/>
          <pc:sldMk cId="2920644739" sldId="257"/>
        </pc:sldMkLst>
        <pc:spChg chg="mod">
          <ac:chgData name="Jorge Cisneros" userId="S::jorge.cisneros@utp.ac.pa::a982605d-983a-4d5b-82e5-99741f5a147d" providerId="AD" clId="Web-{2B0F9CF1-C4A4-3741-7940-4853980831CF}" dt="2026-04-27T01:05:26.351" v="14" actId="20577"/>
          <ac:spMkLst>
            <pc:docMk/>
            <pc:sldMk cId="2920644739" sldId="257"/>
            <ac:spMk id="3" creationId="{3791C3F6-BA13-0DCD-DCA9-4E061BAF47A4}"/>
          </ac:spMkLst>
        </pc:spChg>
      </pc:sldChg>
      <pc:sldChg chg="modSp new">
        <pc:chgData name="Jorge Cisneros" userId="S::jorge.cisneros@utp.ac.pa::a982605d-983a-4d5b-82e5-99741f5a147d" providerId="AD" clId="Web-{2B0F9CF1-C4A4-3741-7940-4853980831CF}" dt="2026-04-27T01:06:47.776" v="35"/>
        <pc:sldMkLst>
          <pc:docMk/>
          <pc:sldMk cId="925919803" sldId="258"/>
        </pc:sldMkLst>
        <pc:spChg chg="mod">
          <ac:chgData name="Jorge Cisneros" userId="S::jorge.cisneros@utp.ac.pa::a982605d-983a-4d5b-82e5-99741f5a147d" providerId="AD" clId="Web-{2B0F9CF1-C4A4-3741-7940-4853980831CF}" dt="2026-04-27T01:05:58.070" v="17" actId="20577"/>
          <ac:spMkLst>
            <pc:docMk/>
            <pc:sldMk cId="925919803" sldId="258"/>
            <ac:spMk id="2" creationId="{4AF8FCB3-FA69-FBDF-7DBC-19267FACC3CF}"/>
          </ac:spMkLst>
        </pc:spChg>
        <pc:spChg chg="mod">
          <ac:chgData name="Jorge Cisneros" userId="S::jorge.cisneros@utp.ac.pa::a982605d-983a-4d5b-82e5-99741f5a147d" providerId="AD" clId="Web-{2B0F9CF1-C4A4-3741-7940-4853980831CF}" dt="2026-04-27T01:06:47.776" v="35"/>
          <ac:spMkLst>
            <pc:docMk/>
            <pc:sldMk cId="925919803" sldId="258"/>
            <ac:spMk id="3" creationId="{B5CD4A3F-31C8-F049-513A-7713C3CCED53}"/>
          </ac:spMkLst>
        </pc:spChg>
      </pc:sldChg>
      <pc:sldChg chg="modSp new mod modClrScheme chgLayout">
        <pc:chgData name="Jorge Cisneros" userId="S::jorge.cisneros@utp.ac.pa::a982605d-983a-4d5b-82e5-99741f5a147d" providerId="AD" clId="Web-{2B0F9CF1-C4A4-3741-7940-4853980831CF}" dt="2026-04-27T01:07:39.154" v="39" actId="20577"/>
        <pc:sldMkLst>
          <pc:docMk/>
          <pc:sldMk cId="697739757" sldId="259"/>
        </pc:sldMkLst>
        <pc:spChg chg="mod ord">
          <ac:chgData name="Jorge Cisneros" userId="S::jorge.cisneros@utp.ac.pa::a982605d-983a-4d5b-82e5-99741f5a147d" providerId="AD" clId="Web-{2B0F9CF1-C4A4-3741-7940-4853980831CF}" dt="2026-04-27T01:07:39.154" v="39" actId="20577"/>
          <ac:spMkLst>
            <pc:docMk/>
            <pc:sldMk cId="697739757" sldId="259"/>
            <ac:spMk id="2" creationId="{24912241-E534-6B0C-3893-AC9622697361}"/>
          </ac:spMkLst>
        </pc:spChg>
        <pc:spChg chg="mod ord">
          <ac:chgData name="Jorge Cisneros" userId="S::jorge.cisneros@utp.ac.pa::a982605d-983a-4d5b-82e5-99741f5a147d" providerId="AD" clId="Web-{2B0F9CF1-C4A4-3741-7940-4853980831CF}" dt="2026-04-27T01:07:35.342" v="37"/>
          <ac:spMkLst>
            <pc:docMk/>
            <pc:sldMk cId="697739757" sldId="259"/>
            <ac:spMk id="3" creationId="{BCDB0AB1-EB68-AED5-8A4B-DBEA8368C96B}"/>
          </ac:spMkLst>
        </pc:spChg>
      </pc:sldChg>
      <pc:sldMasterChg chg="del delSldLayout">
        <pc:chgData name="Jorge Cisneros" userId="S::jorge.cisneros@utp.ac.pa::a982605d-983a-4d5b-82e5-99741f5a147d" providerId="AD" clId="Web-{2B0F9CF1-C4A4-3741-7940-4853980831CF}" dt="2026-04-27T01:04:55.413" v="0"/>
        <pc:sldMasterMkLst>
          <pc:docMk/>
          <pc:sldMasterMk cId="2933118997" sldId="2147483648"/>
        </pc:sldMasterMkLst>
        <pc:sldLayoutChg chg="del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933118997" sldId="2147483648"/>
            <pc:sldLayoutMk cId="2288191458" sldId="2147483649"/>
          </pc:sldLayoutMkLst>
        </pc:sldLayoutChg>
        <pc:sldLayoutChg chg="del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933118997" sldId="2147483648"/>
            <pc:sldLayoutMk cId="3398174421" sldId="2147483650"/>
          </pc:sldLayoutMkLst>
        </pc:sldLayoutChg>
        <pc:sldLayoutChg chg="del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933118997" sldId="2147483648"/>
            <pc:sldLayoutMk cId="2339700568" sldId="2147483651"/>
          </pc:sldLayoutMkLst>
        </pc:sldLayoutChg>
        <pc:sldLayoutChg chg="del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933118997" sldId="2147483648"/>
            <pc:sldLayoutMk cId="979029867" sldId="2147483652"/>
          </pc:sldLayoutMkLst>
        </pc:sldLayoutChg>
        <pc:sldLayoutChg chg="del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933118997" sldId="2147483648"/>
            <pc:sldLayoutMk cId="1752394269" sldId="2147483653"/>
          </pc:sldLayoutMkLst>
        </pc:sldLayoutChg>
        <pc:sldLayoutChg chg="del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933118997" sldId="2147483648"/>
            <pc:sldLayoutMk cId="3630658609" sldId="2147483654"/>
          </pc:sldLayoutMkLst>
        </pc:sldLayoutChg>
        <pc:sldLayoutChg chg="del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933118997" sldId="2147483648"/>
            <pc:sldLayoutMk cId="3682375612" sldId="2147483655"/>
          </pc:sldLayoutMkLst>
        </pc:sldLayoutChg>
        <pc:sldLayoutChg chg="del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933118997" sldId="2147483648"/>
            <pc:sldLayoutMk cId="1360449816" sldId="2147483656"/>
          </pc:sldLayoutMkLst>
        </pc:sldLayoutChg>
        <pc:sldLayoutChg chg="del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933118997" sldId="2147483648"/>
            <pc:sldLayoutMk cId="383603595" sldId="2147483657"/>
          </pc:sldLayoutMkLst>
        </pc:sldLayoutChg>
        <pc:sldLayoutChg chg="del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933118997" sldId="2147483648"/>
            <pc:sldLayoutMk cId="541863252" sldId="2147483658"/>
          </pc:sldLayoutMkLst>
        </pc:sldLayoutChg>
        <pc:sldLayoutChg chg="del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933118997" sldId="2147483648"/>
            <pc:sldLayoutMk cId="2215096201" sldId="2147483659"/>
          </pc:sldLayoutMkLst>
        </pc:sldLayoutChg>
      </pc:sldMasterChg>
      <pc:sldMasterChg chg="add addSldLayout modSldLayout">
        <pc:chgData name="Jorge Cisneros" userId="S::jorge.cisneros@utp.ac.pa::a982605d-983a-4d5b-82e5-99741f5a147d" providerId="AD" clId="Web-{2B0F9CF1-C4A4-3741-7940-4853980831CF}" dt="2026-04-27T01:04:55.413" v="0"/>
        <pc:sldMasterMkLst>
          <pc:docMk/>
          <pc:sldMasterMk cId="2836029560" sldId="2147483660"/>
        </pc:sldMasterMkLst>
        <pc:sldLayoutChg chg="add mod replId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836029560" sldId="2147483660"/>
            <pc:sldLayoutMk cId="1188619171" sldId="2147483661"/>
          </pc:sldLayoutMkLst>
        </pc:sldLayoutChg>
        <pc:sldLayoutChg chg="add mod replId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836029560" sldId="2147483660"/>
            <pc:sldLayoutMk cId="2801326289" sldId="2147483662"/>
          </pc:sldLayoutMkLst>
        </pc:sldLayoutChg>
        <pc:sldLayoutChg chg="add mod replId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836029560" sldId="2147483660"/>
            <pc:sldLayoutMk cId="1958770046" sldId="2147483663"/>
          </pc:sldLayoutMkLst>
        </pc:sldLayoutChg>
        <pc:sldLayoutChg chg="add mod replId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836029560" sldId="2147483660"/>
            <pc:sldLayoutMk cId="2087343914" sldId="2147483664"/>
          </pc:sldLayoutMkLst>
        </pc:sldLayoutChg>
        <pc:sldLayoutChg chg="add mod replId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836029560" sldId="2147483660"/>
            <pc:sldLayoutMk cId="2090322072" sldId="2147483665"/>
          </pc:sldLayoutMkLst>
        </pc:sldLayoutChg>
        <pc:sldLayoutChg chg="add mod replId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836029560" sldId="2147483660"/>
            <pc:sldLayoutMk cId="3932772786" sldId="2147483666"/>
          </pc:sldLayoutMkLst>
        </pc:sldLayoutChg>
        <pc:sldLayoutChg chg="add mod replId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836029560" sldId="2147483660"/>
            <pc:sldLayoutMk cId="2278047605" sldId="2147483667"/>
          </pc:sldLayoutMkLst>
        </pc:sldLayoutChg>
        <pc:sldLayoutChg chg="add mod replId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836029560" sldId="2147483660"/>
            <pc:sldLayoutMk cId="1545122404" sldId="2147483668"/>
          </pc:sldLayoutMkLst>
        </pc:sldLayoutChg>
        <pc:sldLayoutChg chg="add mod replId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836029560" sldId="2147483660"/>
            <pc:sldLayoutMk cId="2386555260" sldId="2147483669"/>
          </pc:sldLayoutMkLst>
        </pc:sldLayoutChg>
        <pc:sldLayoutChg chg="add mod replId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836029560" sldId="2147483660"/>
            <pc:sldLayoutMk cId="1181758628" sldId="2147483670"/>
          </pc:sldLayoutMkLst>
        </pc:sldLayoutChg>
        <pc:sldLayoutChg chg="add mod replId">
          <pc:chgData name="Jorge Cisneros" userId="S::jorge.cisneros@utp.ac.pa::a982605d-983a-4d5b-82e5-99741f5a147d" providerId="AD" clId="Web-{2B0F9CF1-C4A4-3741-7940-4853980831CF}" dt="2026-04-27T01:04:55.413" v="0"/>
          <pc:sldLayoutMkLst>
            <pc:docMk/>
            <pc:sldMasterMk cId="2836029560" sldId="2147483660"/>
            <pc:sldLayoutMk cId="2608847438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619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32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770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343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772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04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12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55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758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4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029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develop/ui/compose/tutorial?hl=es-419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>
                <a:ea typeface="+mj-lt"/>
                <a:cs typeface="+mj-lt"/>
              </a:rPr>
              <a:t>Compose</a:t>
            </a:r>
            <a:r>
              <a:rPr lang="es-ES" dirty="0">
                <a:ea typeface="+mj-lt"/>
                <a:cs typeface="+mj-lt"/>
              </a:rPr>
              <a:t> </a:t>
            </a:r>
            <a:r>
              <a:rPr lang="es-ES" dirty="0" err="1">
                <a:ea typeface="+mj-lt"/>
                <a:cs typeface="+mj-lt"/>
              </a:rPr>
              <a:t>Multiplatform</a:t>
            </a:r>
            <a:endParaRPr lang="es-ES" dirty="0" err="1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Prof.: Jorge Cisneros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DDE91-BE56-33DD-7286-BA85B5E28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91C3F6-BA13-0DCD-DCA9-4E061BAF4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 err="1">
                <a:ea typeface="+mn-lt"/>
                <a:cs typeface="+mn-lt"/>
              </a:rPr>
              <a:t>Compose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Multiplatform</a:t>
            </a:r>
            <a:r>
              <a:rPr lang="es-ES" dirty="0">
                <a:ea typeface="+mn-lt"/>
                <a:cs typeface="+mn-lt"/>
              </a:rPr>
              <a:t>, desarrollado por </a:t>
            </a:r>
            <a:r>
              <a:rPr lang="es-ES" dirty="0" err="1">
                <a:ea typeface="+mn-lt"/>
                <a:cs typeface="+mn-lt"/>
              </a:rPr>
              <a:t>JetBrains</a:t>
            </a:r>
            <a:r>
              <a:rPr lang="es-ES" dirty="0">
                <a:ea typeface="+mn-lt"/>
                <a:cs typeface="+mn-lt"/>
              </a:rPr>
              <a:t>, es un marco de trabajo (</a:t>
            </a:r>
            <a:r>
              <a:rPr lang="es-ES" dirty="0" err="1">
                <a:ea typeface="+mn-lt"/>
                <a:cs typeface="+mn-lt"/>
              </a:rPr>
              <a:t>framework</a:t>
            </a:r>
            <a:r>
              <a:rPr lang="es-ES" dirty="0">
                <a:ea typeface="+mn-lt"/>
                <a:cs typeface="+mn-lt"/>
              </a:rPr>
              <a:t>) declarativo de IU basado en 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 que permite compartir la interfaz de usuario entre Android, iOS, escritorio (Windows, macOS, Linux) y web. Es una extensión de 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Multiplatform</a:t>
            </a:r>
            <a:r>
              <a:rPr lang="es-ES" dirty="0">
                <a:ea typeface="+mn-lt"/>
                <a:cs typeface="+mn-lt"/>
              </a:rPr>
              <a:t> que permite reutilizar el mismo código de UI para lograr una apariencia nativa en múltiples plataformas. </a:t>
            </a:r>
          </a:p>
        </p:txBody>
      </p:sp>
    </p:spTree>
    <p:extLst>
      <p:ext uri="{BB962C8B-B14F-4D97-AF65-F5344CB8AC3E}">
        <p14:creationId xmlns:p14="http://schemas.microsoft.com/office/powerpoint/2010/main" val="2920644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8FCB3-FA69-FBDF-7DBC-19267FAC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ea typeface="+mj-lt"/>
                <a:cs typeface="+mj-lt"/>
              </a:rPr>
              <a:t>Aspectos clave de </a:t>
            </a:r>
            <a:r>
              <a:rPr lang="es-ES" b="1" dirty="0" err="1">
                <a:ea typeface="+mj-lt"/>
                <a:cs typeface="+mj-lt"/>
              </a:rPr>
              <a:t>Compose</a:t>
            </a:r>
            <a:r>
              <a:rPr lang="es-ES" b="1" dirty="0">
                <a:ea typeface="+mj-lt"/>
                <a:cs typeface="+mj-lt"/>
              </a:rPr>
              <a:t> </a:t>
            </a:r>
            <a:r>
              <a:rPr lang="es-ES" b="1" dirty="0" err="1">
                <a:ea typeface="+mj-lt"/>
                <a:cs typeface="+mj-lt"/>
              </a:rPr>
              <a:t>Multiplatform</a:t>
            </a:r>
            <a:endParaRPr lang="es-ES" dirty="0" err="1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CD4A3F-31C8-F049-513A-7713C3CCE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s-ES" dirty="0">
                <a:ea typeface="+mn-lt"/>
                <a:cs typeface="+mn-lt"/>
              </a:rPr>
              <a:t>UI Compartida: A diferencia de 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Multiplatform</a:t>
            </a:r>
            <a:r>
              <a:rPr lang="es-ES" dirty="0">
                <a:ea typeface="+mn-lt"/>
                <a:cs typeface="+mn-lt"/>
              </a:rPr>
              <a:t> (que comparte solo lógica de negocio), </a:t>
            </a:r>
            <a:r>
              <a:rPr lang="es-ES" dirty="0" err="1">
                <a:ea typeface="+mn-lt"/>
                <a:cs typeface="+mn-lt"/>
              </a:rPr>
              <a:t>Compose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Multiplatform</a:t>
            </a:r>
            <a:r>
              <a:rPr lang="es-ES" dirty="0">
                <a:ea typeface="+mn-lt"/>
                <a:cs typeface="+mn-lt"/>
              </a:rPr>
              <a:t> permite compartir el código de la interfaz de usuario. A diferencia de 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Multiplatform</a:t>
            </a:r>
            <a:r>
              <a:rPr lang="es-ES" dirty="0">
                <a:ea typeface="+mn-lt"/>
                <a:cs typeface="+mn-lt"/>
              </a:rPr>
              <a:t> (que comparte solo lógica de negocio), </a:t>
            </a:r>
            <a:r>
              <a:rPr lang="es-ES" dirty="0" err="1">
                <a:ea typeface="+mn-lt"/>
                <a:cs typeface="+mn-lt"/>
              </a:rPr>
              <a:t>Compose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Multiplatform</a:t>
            </a:r>
            <a:r>
              <a:rPr lang="es-ES" dirty="0">
                <a:ea typeface="+mn-lt"/>
                <a:cs typeface="+mn-lt"/>
              </a:rPr>
              <a:t> permite compartir el código de la interfaz de usuario. A diferencia de 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Multiplatform</a:t>
            </a:r>
            <a:r>
              <a:rPr lang="es-ES" dirty="0">
                <a:ea typeface="+mn-lt"/>
                <a:cs typeface="+mn-lt"/>
              </a:rPr>
              <a:t> (que comparte solo lógica de negocio), ﷟HYPERLINK "https://kotlinlang.org/</a:t>
            </a:r>
            <a:r>
              <a:rPr lang="es-ES" dirty="0" err="1">
                <a:ea typeface="+mn-lt"/>
                <a:cs typeface="+mn-lt"/>
              </a:rPr>
              <a:t>compose-multiplatform</a:t>
            </a:r>
            <a:r>
              <a:rPr lang="es-ES" dirty="0">
                <a:ea typeface="+mn-lt"/>
                <a:cs typeface="+mn-lt"/>
              </a:rPr>
              <a:t>/"</a:t>
            </a:r>
            <a:r>
              <a:rPr lang="es-ES" dirty="0" err="1">
                <a:ea typeface="+mn-lt"/>
                <a:cs typeface="+mn-lt"/>
              </a:rPr>
              <a:t>Compose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Multiplatform</a:t>
            </a:r>
            <a:r>
              <a:rPr lang="es-ES" dirty="0">
                <a:ea typeface="+mn-lt"/>
                <a:cs typeface="+mn-lt"/>
              </a:rPr>
              <a:t> permite compartir el código de la interfaz de usuario.</a:t>
            </a:r>
          </a:p>
          <a:p>
            <a:r>
              <a:rPr lang="es-ES" dirty="0">
                <a:ea typeface="+mn-lt"/>
                <a:cs typeface="+mn-lt"/>
              </a:rPr>
              <a:t>Basado en </a:t>
            </a:r>
            <a:r>
              <a:rPr lang="es-ES" dirty="0" err="1">
                <a:ea typeface="+mn-lt"/>
                <a:cs typeface="+mn-lt"/>
              </a:rPr>
              <a:t>Jetpack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Compose</a:t>
            </a:r>
            <a:r>
              <a:rPr lang="es-ES" dirty="0">
                <a:ea typeface="+mn-lt"/>
                <a:cs typeface="+mn-lt"/>
              </a:rPr>
              <a:t>: Utiliza el mismo paradigma declarativo que </a:t>
            </a:r>
            <a:r>
              <a:rPr lang="es-ES" dirty="0" err="1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Jetpack</a:t>
            </a:r>
            <a:r>
              <a:rPr lang="es-ES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dirty="0" err="1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Compose</a:t>
            </a:r>
            <a:r>
              <a:rPr lang="es-ES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 Android</a:t>
            </a:r>
            <a:r>
              <a:rPr lang="es-ES" dirty="0">
                <a:ea typeface="+mn-lt"/>
                <a:cs typeface="+mn-lt"/>
              </a:rPr>
              <a:t>, lo que facilita el desarrollo de </a:t>
            </a:r>
            <a:r>
              <a:rPr lang="es-ES" dirty="0" err="1">
                <a:ea typeface="+mn-lt"/>
                <a:cs typeface="+mn-lt"/>
              </a:rPr>
              <a:t>UIs</a:t>
            </a:r>
            <a:r>
              <a:rPr lang="es-ES" dirty="0">
                <a:ea typeface="+mn-lt"/>
                <a:cs typeface="+mn-lt"/>
              </a:rPr>
              <a:t> modernas.</a:t>
            </a:r>
          </a:p>
          <a:p>
            <a:r>
              <a:rPr lang="es-ES">
                <a:ea typeface="+mn-lt"/>
                <a:cs typeface="+mn-lt"/>
              </a:rPr>
              <a:t>Estable para iOS: Oficialmente estable para iOS, permitiendo crear aplicaciones para Apple y Android con una única base de código.</a:t>
            </a:r>
          </a:p>
          <a:p>
            <a:r>
              <a:rPr lang="es-ES">
                <a:ea typeface="+mn-lt"/>
                <a:cs typeface="+mn-lt"/>
              </a:rPr>
              <a:t>Rendimiento Nativo: Se compila a código nativo, lo que ofrece un alto rendimiento.</a:t>
            </a:r>
          </a:p>
          <a:p>
            <a:r>
              <a:rPr lang="es-ES">
                <a:ea typeface="+mn-lt"/>
                <a:cs typeface="+mn-lt"/>
              </a:rPr>
              <a:t>Desarrollo Eficiente: Permite un desarrollo rápido al escribir la UI una sola vez para múltiples sistemas operativos.</a:t>
            </a:r>
          </a:p>
        </p:txBody>
      </p:sp>
    </p:spTree>
    <p:extLst>
      <p:ext uri="{BB962C8B-B14F-4D97-AF65-F5344CB8AC3E}">
        <p14:creationId xmlns:p14="http://schemas.microsoft.com/office/powerpoint/2010/main" val="92591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912241-E534-6B0C-3893-AC962269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Gracias!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DB0AB1-EB68-AED5-8A4B-DBEA8368C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773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4D4D83D2D55546B1737CDAD57026FA" ma:contentTypeVersion="7" ma:contentTypeDescription="Crear nuevo documento." ma:contentTypeScope="" ma:versionID="a305dadf18341afe0fb62d5107be1c01">
  <xsd:schema xmlns:xsd="http://www.w3.org/2001/XMLSchema" xmlns:xs="http://www.w3.org/2001/XMLSchema" xmlns:p="http://schemas.microsoft.com/office/2006/metadata/properties" xmlns:ns2="88ed0247-0ef3-4540-a022-4129002f7747" targetNamespace="http://schemas.microsoft.com/office/2006/metadata/properties" ma:root="true" ma:fieldsID="64c10b7398facec25861e47b2e8b0b88" ns2:_="">
    <xsd:import namespace="88ed0247-0ef3-4540-a022-4129002f77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ed0247-0ef3-4540-a022-4129002f77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A5CDFA-AA8C-44A6-80FA-716D3E9159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ed0247-0ef3-4540-a022-4129002f77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563A55-35EE-4216-8989-5B731783EA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D6C21E-723D-44CC-A679-DCC8E518196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Office Theme</vt:lpstr>
      <vt:lpstr>Compose Multiplatform</vt:lpstr>
      <vt:lpstr>Presentación de PowerPoint</vt:lpstr>
      <vt:lpstr>Aspectos clave de Compose Multiplatform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</cp:revision>
  <dcterms:created xsi:type="dcterms:W3CDTF">2026-04-27T01:04:42Z</dcterms:created>
  <dcterms:modified xsi:type="dcterms:W3CDTF">2026-04-27T01:07:47Z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0x0101000B4D4D83D2D55546B1737CDAD57026FA</vt:lpwstr>
  </property>
</Properties>
</file>