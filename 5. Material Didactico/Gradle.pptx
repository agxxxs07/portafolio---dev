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3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913F94-5169-9C79-2310-BE8D53F08D47}" v="77" dt="2026-04-27T01:21:14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Cisneros" userId="S::jorge.cisneros@utp.ac.pa::a982605d-983a-4d5b-82e5-99741f5a147d" providerId="AD" clId="Web-{DA913F94-5169-9C79-2310-BE8D53F08D47}"/>
    <pc:docChg chg="mod addSld modSld addMainMaster delMainMaster">
      <pc:chgData name="Jorge Cisneros" userId="S::jorge.cisneros@utp.ac.pa::a982605d-983a-4d5b-82e5-99741f5a147d" providerId="AD" clId="Web-{DA913F94-5169-9C79-2310-BE8D53F08D47}" dt="2026-04-27T01:21:18.897" v="75"/>
      <pc:docMkLst>
        <pc:docMk/>
      </pc:docMkLst>
      <pc:sldChg chg="modSp mod modClrScheme chgLayout">
        <pc:chgData name="Jorge Cisneros" userId="S::jorge.cisneros@utp.ac.pa::a982605d-983a-4d5b-82e5-99741f5a147d" providerId="AD" clId="Web-{DA913F94-5169-9C79-2310-BE8D53F08D47}" dt="2026-04-27T01:16:37.830" v="15" actId="20577"/>
        <pc:sldMkLst>
          <pc:docMk/>
          <pc:sldMk cId="2406273178" sldId="256"/>
        </pc:sldMkLst>
        <pc:spChg chg="mod ord">
          <ac:chgData name="Jorge Cisneros" userId="S::jorge.cisneros@utp.ac.pa::a982605d-983a-4d5b-82e5-99741f5a147d" providerId="AD" clId="Web-{DA913F94-5169-9C79-2310-BE8D53F08D47}" dt="2026-04-27T01:16:28.080" v="6" actId="20577"/>
          <ac:spMkLst>
            <pc:docMk/>
            <pc:sldMk cId="2406273178" sldId="256"/>
            <ac:spMk id="2" creationId="{00000000-0000-0000-0000-000000000000}"/>
          </ac:spMkLst>
        </pc:spChg>
        <pc:spChg chg="mod ord">
          <ac:chgData name="Jorge Cisneros" userId="S::jorge.cisneros@utp.ac.pa::a982605d-983a-4d5b-82e5-99741f5a147d" providerId="AD" clId="Web-{DA913F94-5169-9C79-2310-BE8D53F08D47}" dt="2026-04-27T01:16:37.830" v="15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modSp new">
        <pc:chgData name="Jorge Cisneros" userId="S::jorge.cisneros@utp.ac.pa::a982605d-983a-4d5b-82e5-99741f5a147d" providerId="AD" clId="Web-{DA913F94-5169-9C79-2310-BE8D53F08D47}" dt="2026-04-27T01:17:27.066" v="32" actId="20577"/>
        <pc:sldMkLst>
          <pc:docMk/>
          <pc:sldMk cId="2675433434" sldId="257"/>
        </pc:sldMkLst>
        <pc:spChg chg="mod">
          <ac:chgData name="Jorge Cisneros" userId="S::jorge.cisneros@utp.ac.pa::a982605d-983a-4d5b-82e5-99741f5a147d" providerId="AD" clId="Web-{DA913F94-5169-9C79-2310-BE8D53F08D47}" dt="2026-04-27T01:17:19.941" v="30" actId="20577"/>
          <ac:spMkLst>
            <pc:docMk/>
            <pc:sldMk cId="2675433434" sldId="257"/>
            <ac:spMk id="2" creationId="{4F65728B-5214-80FB-A221-AC0EBC85C1CC}"/>
          </ac:spMkLst>
        </pc:spChg>
        <pc:spChg chg="mod">
          <ac:chgData name="Jorge Cisneros" userId="S::jorge.cisneros@utp.ac.pa::a982605d-983a-4d5b-82e5-99741f5a147d" providerId="AD" clId="Web-{DA913F94-5169-9C79-2310-BE8D53F08D47}" dt="2026-04-27T01:17:27.066" v="32" actId="20577"/>
          <ac:spMkLst>
            <pc:docMk/>
            <pc:sldMk cId="2675433434" sldId="257"/>
            <ac:spMk id="3" creationId="{D738B333-FB9E-3A30-CFA2-32FB768212B1}"/>
          </ac:spMkLst>
        </pc:spChg>
      </pc:sldChg>
      <pc:sldChg chg="modSp new">
        <pc:chgData name="Jorge Cisneros" userId="S::jorge.cisneros@utp.ac.pa::a982605d-983a-4d5b-82e5-99741f5a147d" providerId="AD" clId="Web-{DA913F94-5169-9C79-2310-BE8D53F08D47}" dt="2026-04-27T01:18:07.160" v="39" actId="20577"/>
        <pc:sldMkLst>
          <pc:docMk/>
          <pc:sldMk cId="1977244826" sldId="258"/>
        </pc:sldMkLst>
        <pc:spChg chg="mod">
          <ac:chgData name="Jorge Cisneros" userId="S::jorge.cisneros@utp.ac.pa::a982605d-983a-4d5b-82e5-99741f5a147d" providerId="AD" clId="Web-{DA913F94-5169-9C79-2310-BE8D53F08D47}" dt="2026-04-27T01:17:58.582" v="35" actId="20577"/>
          <ac:spMkLst>
            <pc:docMk/>
            <pc:sldMk cId="1977244826" sldId="258"/>
            <ac:spMk id="2" creationId="{6DC00921-7DC3-EF82-780A-AA791E19B453}"/>
          </ac:spMkLst>
        </pc:spChg>
        <pc:spChg chg="mod">
          <ac:chgData name="Jorge Cisneros" userId="S::jorge.cisneros@utp.ac.pa::a982605d-983a-4d5b-82e5-99741f5a147d" providerId="AD" clId="Web-{DA913F94-5169-9C79-2310-BE8D53F08D47}" dt="2026-04-27T01:18:07.160" v="39" actId="20577"/>
          <ac:spMkLst>
            <pc:docMk/>
            <pc:sldMk cId="1977244826" sldId="258"/>
            <ac:spMk id="3" creationId="{9A161345-D691-986E-129E-D14D3BCDC417}"/>
          </ac:spMkLst>
        </pc:spChg>
      </pc:sldChg>
      <pc:sldChg chg="modSp new">
        <pc:chgData name="Jorge Cisneros" userId="S::jorge.cisneros@utp.ac.pa::a982605d-983a-4d5b-82e5-99741f5a147d" providerId="AD" clId="Web-{DA913F94-5169-9C79-2310-BE8D53F08D47}" dt="2026-04-27T01:18:51.583" v="54" actId="20577"/>
        <pc:sldMkLst>
          <pc:docMk/>
          <pc:sldMk cId="4122723448" sldId="259"/>
        </pc:sldMkLst>
        <pc:spChg chg="mod">
          <ac:chgData name="Jorge Cisneros" userId="S::jorge.cisneros@utp.ac.pa::a982605d-983a-4d5b-82e5-99741f5a147d" providerId="AD" clId="Web-{DA913F94-5169-9C79-2310-BE8D53F08D47}" dt="2026-04-27T01:18:45.379" v="52" actId="20577"/>
          <ac:spMkLst>
            <pc:docMk/>
            <pc:sldMk cId="4122723448" sldId="259"/>
            <ac:spMk id="2" creationId="{B6E37A93-7241-BE5C-3300-BA57ED0EC46A}"/>
          </ac:spMkLst>
        </pc:spChg>
        <pc:spChg chg="mod">
          <ac:chgData name="Jorge Cisneros" userId="S::jorge.cisneros@utp.ac.pa::a982605d-983a-4d5b-82e5-99741f5a147d" providerId="AD" clId="Web-{DA913F94-5169-9C79-2310-BE8D53F08D47}" dt="2026-04-27T01:18:51.583" v="54" actId="20577"/>
          <ac:spMkLst>
            <pc:docMk/>
            <pc:sldMk cId="4122723448" sldId="259"/>
            <ac:spMk id="3" creationId="{8D2F9803-9046-7D0D-E82A-F856F2D5C213}"/>
          </ac:spMkLst>
        </pc:spChg>
      </pc:sldChg>
      <pc:sldChg chg="modSp new">
        <pc:chgData name="Jorge Cisneros" userId="S::jorge.cisneros@utp.ac.pa::a982605d-983a-4d5b-82e5-99741f5a147d" providerId="AD" clId="Web-{DA913F94-5169-9C79-2310-BE8D53F08D47}" dt="2026-04-27T01:19:34.083" v="61" actId="20577"/>
        <pc:sldMkLst>
          <pc:docMk/>
          <pc:sldMk cId="128711453" sldId="260"/>
        </pc:sldMkLst>
        <pc:spChg chg="mod">
          <ac:chgData name="Jorge Cisneros" userId="S::jorge.cisneros@utp.ac.pa::a982605d-983a-4d5b-82e5-99741f5a147d" providerId="AD" clId="Web-{DA913F94-5169-9C79-2310-BE8D53F08D47}" dt="2026-04-27T01:19:15.989" v="59" actId="20577"/>
          <ac:spMkLst>
            <pc:docMk/>
            <pc:sldMk cId="128711453" sldId="260"/>
            <ac:spMk id="2" creationId="{D459CD84-7E29-E2BC-07FB-2EB62AADF74E}"/>
          </ac:spMkLst>
        </pc:spChg>
        <pc:spChg chg="mod">
          <ac:chgData name="Jorge Cisneros" userId="S::jorge.cisneros@utp.ac.pa::a982605d-983a-4d5b-82e5-99741f5a147d" providerId="AD" clId="Web-{DA913F94-5169-9C79-2310-BE8D53F08D47}" dt="2026-04-27T01:19:34.083" v="61" actId="20577"/>
          <ac:spMkLst>
            <pc:docMk/>
            <pc:sldMk cId="128711453" sldId="260"/>
            <ac:spMk id="3" creationId="{C74B176C-D333-3080-6BAC-EF2E753F314F}"/>
          </ac:spMkLst>
        </pc:spChg>
      </pc:sldChg>
      <pc:sldChg chg="modSp new">
        <pc:chgData name="Jorge Cisneros" userId="S::jorge.cisneros@utp.ac.pa::a982605d-983a-4d5b-82e5-99741f5a147d" providerId="AD" clId="Web-{DA913F94-5169-9C79-2310-BE8D53F08D47}" dt="2026-04-27T01:19:44.818" v="67" actId="20577"/>
        <pc:sldMkLst>
          <pc:docMk/>
          <pc:sldMk cId="2533250967" sldId="261"/>
        </pc:sldMkLst>
        <pc:spChg chg="mod">
          <ac:chgData name="Jorge Cisneros" userId="S::jorge.cisneros@utp.ac.pa::a982605d-983a-4d5b-82e5-99741f5a147d" providerId="AD" clId="Web-{DA913F94-5169-9C79-2310-BE8D53F08D47}" dt="2026-04-27T01:19:39.661" v="64" actId="20577"/>
          <ac:spMkLst>
            <pc:docMk/>
            <pc:sldMk cId="2533250967" sldId="261"/>
            <ac:spMk id="2" creationId="{0C80BA87-A30E-00FA-3D8C-7A7CFF19204E}"/>
          </ac:spMkLst>
        </pc:spChg>
        <pc:spChg chg="mod">
          <ac:chgData name="Jorge Cisneros" userId="S::jorge.cisneros@utp.ac.pa::a982605d-983a-4d5b-82e5-99741f5a147d" providerId="AD" clId="Web-{DA913F94-5169-9C79-2310-BE8D53F08D47}" dt="2026-04-27T01:19:44.818" v="67" actId="20577"/>
          <ac:spMkLst>
            <pc:docMk/>
            <pc:sldMk cId="2533250967" sldId="261"/>
            <ac:spMk id="3" creationId="{81D959B1-7DB3-990D-BB05-C6B21104ABF1}"/>
          </ac:spMkLst>
        </pc:spChg>
      </pc:sldChg>
      <pc:sldChg chg="modSp new mod modClrScheme chgLayout">
        <pc:chgData name="Jorge Cisneros" userId="S::jorge.cisneros@utp.ac.pa::a982605d-983a-4d5b-82e5-99741f5a147d" providerId="AD" clId="Web-{DA913F94-5169-9C79-2310-BE8D53F08D47}" dt="2026-04-27T01:20:00.646" v="71" actId="20577"/>
        <pc:sldMkLst>
          <pc:docMk/>
          <pc:sldMk cId="3385552859" sldId="262"/>
        </pc:sldMkLst>
        <pc:spChg chg="mod ord">
          <ac:chgData name="Jorge Cisneros" userId="S::jorge.cisneros@utp.ac.pa::a982605d-983a-4d5b-82e5-99741f5a147d" providerId="AD" clId="Web-{DA913F94-5169-9C79-2310-BE8D53F08D47}" dt="2026-04-27T01:20:00.646" v="71" actId="20577"/>
          <ac:spMkLst>
            <pc:docMk/>
            <pc:sldMk cId="3385552859" sldId="262"/>
            <ac:spMk id="2" creationId="{BB01A0FC-E9B6-C860-1CB6-91AEB4C54EA4}"/>
          </ac:spMkLst>
        </pc:spChg>
        <pc:spChg chg="mod ord">
          <ac:chgData name="Jorge Cisneros" userId="S::jorge.cisneros@utp.ac.pa::a982605d-983a-4d5b-82e5-99741f5a147d" providerId="AD" clId="Web-{DA913F94-5169-9C79-2310-BE8D53F08D47}" dt="2026-04-27T01:19:56.802" v="69"/>
          <ac:spMkLst>
            <pc:docMk/>
            <pc:sldMk cId="3385552859" sldId="262"/>
            <ac:spMk id="3" creationId="{146098DB-31B7-1B7F-3496-7EBD55FA1633}"/>
          </ac:spMkLst>
        </pc:spChg>
      </pc:sldChg>
      <pc:sldChg chg="addSp delSp modSp new mod setBg modClrScheme chgLayout">
        <pc:chgData name="Jorge Cisneros" userId="S::jorge.cisneros@utp.ac.pa::a982605d-983a-4d5b-82e5-99741f5a147d" providerId="AD" clId="Web-{DA913F94-5169-9C79-2310-BE8D53F08D47}" dt="2026-04-27T01:21:18.897" v="75"/>
        <pc:sldMkLst>
          <pc:docMk/>
          <pc:sldMk cId="2563195193" sldId="263"/>
        </pc:sldMkLst>
        <pc:spChg chg="del">
          <ac:chgData name="Jorge Cisneros" userId="S::jorge.cisneros@utp.ac.pa::a982605d-983a-4d5b-82e5-99741f5a147d" providerId="AD" clId="Web-{DA913F94-5169-9C79-2310-BE8D53F08D47}" dt="2026-04-27T01:21:02.975" v="73"/>
          <ac:spMkLst>
            <pc:docMk/>
            <pc:sldMk cId="2563195193" sldId="263"/>
            <ac:spMk id="2" creationId="{862D1854-ABDD-B13E-1C58-7AB443B817C2}"/>
          </ac:spMkLst>
        </pc:spChg>
        <pc:spChg chg="del">
          <ac:chgData name="Jorge Cisneros" userId="S::jorge.cisneros@utp.ac.pa::a982605d-983a-4d5b-82e5-99741f5a147d" providerId="AD" clId="Web-{DA913F94-5169-9C79-2310-BE8D53F08D47}" dt="2026-04-27T01:21:02.975" v="73"/>
          <ac:spMkLst>
            <pc:docMk/>
            <pc:sldMk cId="2563195193" sldId="263"/>
            <ac:spMk id="3" creationId="{08EAB8D0-0480-39CB-7F84-78F6FA93F5BA}"/>
          </ac:spMkLst>
        </pc:spChg>
        <pc:picChg chg="add mod">
          <ac:chgData name="Jorge Cisneros" userId="S::jorge.cisneros@utp.ac.pa::a982605d-983a-4d5b-82e5-99741f5a147d" providerId="AD" clId="Web-{DA913F94-5169-9C79-2310-BE8D53F08D47}" dt="2026-04-27T01:21:18.897" v="75"/>
          <ac:picMkLst>
            <pc:docMk/>
            <pc:sldMk cId="2563195193" sldId="263"/>
            <ac:picMk id="4" creationId="{9748E5D8-14B8-BF0D-1300-E7F6BCE4F3B5}"/>
          </ac:picMkLst>
        </pc:picChg>
      </pc:sldChg>
      <pc:sldMasterChg chg="del delSldLayout">
        <pc:chgData name="Jorge Cisneros" userId="S::jorge.cisneros@utp.ac.pa::a982605d-983a-4d5b-82e5-99741f5a147d" providerId="AD" clId="Web-{DA913F94-5169-9C79-2310-BE8D53F08D47}" dt="2026-04-27T01:16:20.736" v="0"/>
        <pc:sldMasterMkLst>
          <pc:docMk/>
          <pc:sldMasterMk cId="2933118997" sldId="2147483648"/>
        </pc:sldMasterMkLst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addSldLayout modSldLayout">
        <pc:chgData name="Jorge Cisneros" userId="S::jorge.cisneros@utp.ac.pa::a982605d-983a-4d5b-82e5-99741f5a147d" providerId="AD" clId="Web-{DA913F94-5169-9C79-2310-BE8D53F08D47}" dt="2026-04-27T01:16:20.736" v="0"/>
        <pc:sldMasterMkLst>
          <pc:docMk/>
          <pc:sldMasterMk cId="827241748" sldId="2147483660"/>
        </pc:sldMasterMkLst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171176957" sldId="2147483661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2095251318" sldId="2147483662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1299690398" sldId="2147483663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158809724" sldId="2147483664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3617759621" sldId="2147483665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615109531" sldId="2147483666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3504160735" sldId="2147483667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2552388670" sldId="2147483668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1981696067" sldId="2147483669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397778120" sldId="2147483670"/>
          </pc:sldLayoutMkLst>
        </pc:sldLayoutChg>
        <pc:sldLayoutChg chg="add mod replId">
          <pc:chgData name="Jorge Cisneros" userId="S::jorge.cisneros@utp.ac.pa::a982605d-983a-4d5b-82e5-99741f5a147d" providerId="AD" clId="Web-{DA913F94-5169-9C79-2310-BE8D53F08D47}" dt="2026-04-27T01:16:20.736" v="0"/>
          <pc:sldLayoutMkLst>
            <pc:docMk/>
            <pc:sldMasterMk cId="827241748" sldId="2147483660"/>
            <pc:sldLayoutMk cId="942056604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51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69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0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75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10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16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388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696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7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05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241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webinars.net/blog/que-es-gradl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Gradle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Prof.: Jorge Cisneros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9748E5D8-14B8-BF0D-1300-E7F6BCE4F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70890"/>
            <a:ext cx="10905066" cy="53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9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5728B-5214-80FB-A221-AC0EBC85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Qué es </a:t>
            </a:r>
            <a:r>
              <a:rPr lang="es-ES" dirty="0" err="1"/>
              <a:t>Gradle</a:t>
            </a:r>
            <a:r>
              <a:rPr lang="es-ES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38B333-FB9E-3A30-CFA2-32FB76821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es una herramienta de automatización de compilación (</a:t>
            </a:r>
            <a:r>
              <a:rPr lang="es-ES" dirty="0" err="1">
                <a:ea typeface="+mn-lt"/>
                <a:cs typeface="+mn-lt"/>
              </a:rPr>
              <a:t>build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tool</a:t>
            </a:r>
            <a:r>
              <a:rPr lang="es-ES" dirty="0">
                <a:ea typeface="+mn-lt"/>
                <a:cs typeface="+mn-lt"/>
              </a:rPr>
              <a:t>) de código abierto, enfocada en la flexibilidad y el alto rendimiento. Permite gestionar dependencias, compilar, probar y empaquetar software (especialmente Java,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y Android) usando </a:t>
            </a:r>
            <a:r>
              <a:rPr lang="es-ES" dirty="0" err="1">
                <a:ea typeface="+mn-lt"/>
                <a:cs typeface="+mn-lt"/>
              </a:rPr>
              <a:t>Groovy</a:t>
            </a:r>
            <a:r>
              <a:rPr lang="es-ES" dirty="0">
                <a:ea typeface="+mn-lt"/>
                <a:cs typeface="+mn-lt"/>
              </a:rPr>
              <a:t> o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DSL en lugar de XML. Es el sistema oficial para Android.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543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C00921-7DC3-EF82-780A-AA791E19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a typeface="+mj-lt"/>
                <a:cs typeface="+mj-lt"/>
              </a:rPr>
              <a:t>Características clave de </a:t>
            </a:r>
            <a:r>
              <a:rPr lang="es-ES" b="1" dirty="0" err="1">
                <a:ea typeface="+mj-lt"/>
                <a:cs typeface="+mj-lt"/>
              </a:rPr>
              <a:t>Gradle</a:t>
            </a:r>
            <a:endParaRPr lang="es-ES" dirty="0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161345-D691-986E-129E-D14D3BCDC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b="1">
                <a:ea typeface="+mn-lt"/>
                <a:cs typeface="+mn-lt"/>
              </a:rPr>
              <a:t>Rendimiento:</a:t>
            </a:r>
            <a:r>
              <a:rPr lang="es-ES">
                <a:ea typeface="+mn-lt"/>
                <a:cs typeface="+mn-lt"/>
              </a:rPr>
              <a:t> Es rápido porque reutiliza las salidas de ejecuciones anteriores y procesa tareas en paralelo.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Flexibilidad:</a:t>
            </a:r>
            <a:r>
              <a:rPr lang="es-ES">
                <a:ea typeface="+mn-lt"/>
                <a:cs typeface="+mn-lt"/>
              </a:rPr>
              <a:t> Altamente personalizable para diferentes tipos de proyectos.</a:t>
            </a:r>
            <a:endParaRPr lang="es-ES"/>
          </a:p>
          <a:p>
            <a:r>
              <a:rPr lang="es-ES" b="1">
                <a:ea typeface="+mn-lt"/>
                <a:cs typeface="+mn-lt"/>
              </a:rPr>
              <a:t>Gestión de Dependencias:</a:t>
            </a:r>
            <a:r>
              <a:rPr lang="es-ES">
                <a:ea typeface="+mn-lt"/>
                <a:cs typeface="+mn-lt"/>
              </a:rPr>
              <a:t> Maneja bibliotecas automáticamente, simplificando la configuración.</a:t>
            </a:r>
            <a:endParaRPr lang="es-ES"/>
          </a:p>
          <a:p>
            <a:r>
              <a:rPr lang="es-ES" b="1" dirty="0">
                <a:ea typeface="+mn-lt"/>
                <a:cs typeface="+mn-lt"/>
              </a:rPr>
              <a:t>Configuración:</a:t>
            </a:r>
            <a:r>
              <a:rPr lang="es-ES" dirty="0">
                <a:ea typeface="+mn-lt"/>
                <a:cs typeface="+mn-lt"/>
              </a:rPr>
              <a:t> Utiliza DSL (</a:t>
            </a:r>
            <a:r>
              <a:rPr lang="es-ES" dirty="0" err="1">
                <a:ea typeface="+mn-lt"/>
                <a:cs typeface="+mn-lt"/>
              </a:rPr>
              <a:t>Domain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Specific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Language</a:t>
            </a:r>
            <a:r>
              <a:rPr lang="es-ES" dirty="0">
                <a:ea typeface="+mn-lt"/>
                <a:cs typeface="+mn-lt"/>
              </a:rPr>
              <a:t>) basado en </a:t>
            </a:r>
            <a:r>
              <a:rPr lang="es-ES" dirty="0" err="1">
                <a:ea typeface="+mn-lt"/>
                <a:cs typeface="+mn-lt"/>
              </a:rPr>
              <a:t>Groovy</a:t>
            </a:r>
            <a:r>
              <a:rPr lang="es-ES" dirty="0">
                <a:ea typeface="+mn-lt"/>
                <a:cs typeface="+mn-lt"/>
              </a:rPr>
              <a:t> o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, lo que hace el código más legible.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Multilenguaje:</a:t>
            </a:r>
            <a:r>
              <a:rPr lang="es-ES" dirty="0">
                <a:ea typeface="+mn-lt"/>
                <a:cs typeface="+mn-lt"/>
              </a:rPr>
              <a:t> Soporta Java,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, Scala, </a:t>
            </a:r>
            <a:r>
              <a:rPr lang="es-ES" dirty="0" err="1">
                <a:ea typeface="+mn-lt"/>
                <a:cs typeface="+mn-lt"/>
              </a:rPr>
              <a:t>Groovy</a:t>
            </a:r>
            <a:r>
              <a:rPr lang="es-ES" dirty="0">
                <a:ea typeface="+mn-lt"/>
                <a:cs typeface="+mn-lt"/>
              </a:rPr>
              <a:t>, C++ y JavaScript.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724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37A93-7241-BE5C-3300-BA57ED0E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Diferencias vs Maven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2F9803-9046-7D0D-E82A-F856F2D5C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" dirty="0">
                <a:ea typeface="+mn-lt"/>
                <a:cs typeface="+mn-lt"/>
              </a:rPr>
              <a:t>Como usuario de bibliotecas, </a:t>
            </a:r>
            <a:r>
              <a:rPr lang="es" b="1" dirty="0">
                <a:ea typeface="+mn-lt"/>
                <a:cs typeface="+mn-lt"/>
              </a:rPr>
              <a:t>Maven</a:t>
            </a:r>
            <a:r>
              <a:rPr lang="es" dirty="0">
                <a:ea typeface="+mn-lt"/>
                <a:cs typeface="+mn-lt"/>
              </a:rPr>
              <a:t> permite sobrescribir una dependencia, pero solo por versión. </a:t>
            </a:r>
            <a:r>
              <a:rPr lang="es" b="1" dirty="0" err="1">
                <a:ea typeface="+mn-lt"/>
                <a:cs typeface="+mn-lt"/>
              </a:rPr>
              <a:t>Gradle</a:t>
            </a:r>
            <a:r>
              <a:rPr lang="es" dirty="0">
                <a:ea typeface="+mn-lt"/>
                <a:cs typeface="+mn-lt"/>
              </a:rPr>
              <a:t> proporciona reglas personalizables de selección y sustitución de dependencias que se pueden declarar una sola vez y gestionan las dependencias no deseadas en todo el proyecto.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272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9CD84-7E29-E2BC-07FB-2EB62AADF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B176C-D333-3080-6BAC-EF2E753F3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</a:rPr>
              <a:t>En resumen, </a:t>
            </a:r>
            <a:r>
              <a:rPr lang="es-ES" dirty="0" err="1">
                <a:ea typeface="+mn-lt"/>
                <a:cs typeface="+mn-lt"/>
              </a:rPr>
              <a:t>Gradle</a:t>
            </a:r>
            <a:r>
              <a:rPr lang="es-ES" dirty="0">
                <a:ea typeface="+mn-lt"/>
                <a:cs typeface="+mn-lt"/>
              </a:rPr>
              <a:t> automatiza el ciclo de vida del desarrollo de software, facilitando tareas complejas de compilación y empaquetado, siendo una pieza fundamental en el desarrollo moderno, particularmente en Android.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871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0BA87-A30E-00FA-3D8C-7A7CFF19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D959B1-7DB3-990D-BB05-C6B21104A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  <a:hlinkClick r:id="rId2"/>
              </a:rPr>
              <a:t>https://openwebinars.net/blog/que-es-gradle</a:t>
            </a:r>
            <a:endParaRPr lang="es-ES">
              <a:ea typeface="+mn-lt"/>
              <a:cs typeface="+mn-lt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33250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1A0FC-E9B6-C860-1CB6-91AEB4C5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6098DB-31B7-1B7F-3496-7EBD55FA1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5552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4D4D83D2D55546B1737CDAD57026FA" ma:contentTypeVersion="7" ma:contentTypeDescription="Crear nuevo documento." ma:contentTypeScope="" ma:versionID="a305dadf18341afe0fb62d5107be1c01">
  <xsd:schema xmlns:xsd="http://www.w3.org/2001/XMLSchema" xmlns:xs="http://www.w3.org/2001/XMLSchema" xmlns:p="http://schemas.microsoft.com/office/2006/metadata/properties" xmlns:ns2="88ed0247-0ef3-4540-a022-4129002f7747" targetNamespace="http://schemas.microsoft.com/office/2006/metadata/properties" ma:root="true" ma:fieldsID="64c10b7398facec25861e47b2e8b0b88" ns2:_="">
    <xsd:import namespace="88ed0247-0ef3-4540-a022-4129002f77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ed0247-0ef3-4540-a022-4129002f77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270B0B-F226-46C1-BFA9-3D89787EB1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ed0247-0ef3-4540-a022-4129002f77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E4D8B9-B08C-416A-A490-177CD369955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DCE2D2D-C485-4062-922B-6346101AAF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Gradle</vt:lpstr>
      <vt:lpstr>Presentación de PowerPoint</vt:lpstr>
      <vt:lpstr>Qué es Gradle?</vt:lpstr>
      <vt:lpstr>Características clave de Gradle</vt:lpstr>
      <vt:lpstr>Diferencias vs Maven</vt:lpstr>
      <vt:lpstr>Resumen</vt:lpstr>
      <vt:lpstr>Referencias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</cp:revision>
  <dcterms:created xsi:type="dcterms:W3CDTF">2026-04-27T01:16:13Z</dcterms:created>
  <dcterms:modified xsi:type="dcterms:W3CDTF">2026-04-27T01:21:23Z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0x0101000B4D4D83D2D55546B1737CDAD57026FA</vt:lpwstr>
  </property>
</Properties>
</file>