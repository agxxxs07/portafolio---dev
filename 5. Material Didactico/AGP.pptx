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ED1B6D-07F2-F72B-16E3-B6A5DD17A553}" v="99" dt="2026-04-27T01:14:13.0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Cisneros" userId="S::jorge.cisneros@utp.ac.pa::a982605d-983a-4d5b-82e5-99741f5a147d" providerId="AD" clId="Web-{2EED1B6D-07F2-F72B-16E3-B6A5DD17A553}"/>
    <pc:docChg chg="mod addSld modSld addMainMaster delMainMaster">
      <pc:chgData name="Jorge Cisneros" userId="S::jorge.cisneros@utp.ac.pa::a982605d-983a-4d5b-82e5-99741f5a147d" providerId="AD" clId="Web-{2EED1B6D-07F2-F72B-16E3-B6A5DD17A553}" dt="2026-04-27T01:14:11.188" v="96" actId="20577"/>
      <pc:docMkLst>
        <pc:docMk/>
      </pc:docMkLst>
      <pc:sldChg chg="modSp mod modClrScheme chgLayout">
        <pc:chgData name="Jorge Cisneros" userId="S::jorge.cisneros@utp.ac.pa::a982605d-983a-4d5b-82e5-99741f5a147d" providerId="AD" clId="Web-{2EED1B6D-07F2-F72B-16E3-B6A5DD17A553}" dt="2026-04-27T01:08:31.251" v="17" actId="20577"/>
        <pc:sldMkLst>
          <pc:docMk/>
          <pc:sldMk cId="2406273178" sldId="256"/>
        </pc:sldMkLst>
        <pc:spChg chg="mod ord">
          <ac:chgData name="Jorge Cisneros" userId="S::jorge.cisneros@utp.ac.pa::a982605d-983a-4d5b-82e5-99741f5a147d" providerId="AD" clId="Web-{2EED1B6D-07F2-F72B-16E3-B6A5DD17A553}" dt="2026-04-27T01:08:22.329" v="3" actId="20577"/>
          <ac:spMkLst>
            <pc:docMk/>
            <pc:sldMk cId="2406273178" sldId="256"/>
            <ac:spMk id="2" creationId="{00000000-0000-0000-0000-000000000000}"/>
          </ac:spMkLst>
        </pc:spChg>
        <pc:spChg chg="mod ord">
          <ac:chgData name="Jorge Cisneros" userId="S::jorge.cisneros@utp.ac.pa::a982605d-983a-4d5b-82e5-99741f5a147d" providerId="AD" clId="Web-{2EED1B6D-07F2-F72B-16E3-B6A5DD17A553}" dt="2026-04-27T01:08:31.251" v="17" actId="20577"/>
          <ac:spMkLst>
            <pc:docMk/>
            <pc:sldMk cId="2406273178" sldId="256"/>
            <ac:spMk id="3" creationId="{00000000-0000-0000-0000-000000000000}"/>
          </ac:spMkLst>
        </pc:spChg>
      </pc:sldChg>
      <pc:sldChg chg="modSp new">
        <pc:chgData name="Jorge Cisneros" userId="S::jorge.cisneros@utp.ac.pa::a982605d-983a-4d5b-82e5-99741f5a147d" providerId="AD" clId="Web-{2EED1B6D-07F2-F72B-16E3-B6A5DD17A553}" dt="2026-04-27T01:09:40.084" v="36" actId="20577"/>
        <pc:sldMkLst>
          <pc:docMk/>
          <pc:sldMk cId="3655059655" sldId="257"/>
        </pc:sldMkLst>
        <pc:spChg chg="mod">
          <ac:chgData name="Jorge Cisneros" userId="S::jorge.cisneros@utp.ac.pa::a982605d-983a-4d5b-82e5-99741f5a147d" providerId="AD" clId="Web-{2EED1B6D-07F2-F72B-16E3-B6A5DD17A553}" dt="2026-04-27T01:09:01.863" v="20" actId="20577"/>
          <ac:spMkLst>
            <pc:docMk/>
            <pc:sldMk cId="3655059655" sldId="257"/>
            <ac:spMk id="2" creationId="{29F9E865-367D-E091-C145-2BCE82FAEA10}"/>
          </ac:spMkLst>
        </pc:spChg>
        <pc:spChg chg="mod">
          <ac:chgData name="Jorge Cisneros" userId="S::jorge.cisneros@utp.ac.pa::a982605d-983a-4d5b-82e5-99741f5a147d" providerId="AD" clId="Web-{2EED1B6D-07F2-F72B-16E3-B6A5DD17A553}" dt="2026-04-27T01:09:40.084" v="36" actId="20577"/>
          <ac:spMkLst>
            <pc:docMk/>
            <pc:sldMk cId="3655059655" sldId="257"/>
            <ac:spMk id="3" creationId="{503068E8-BA42-E58F-B8B2-513D40EE77B0}"/>
          </ac:spMkLst>
        </pc:spChg>
      </pc:sldChg>
      <pc:sldChg chg="modSp new">
        <pc:chgData name="Jorge Cisneros" userId="S::jorge.cisneros@utp.ac.pa::a982605d-983a-4d5b-82e5-99741f5a147d" providerId="AD" clId="Web-{2EED1B6D-07F2-F72B-16E3-B6A5DD17A553}" dt="2026-04-27T01:10:40.025" v="44" actId="20577"/>
        <pc:sldMkLst>
          <pc:docMk/>
          <pc:sldMk cId="251209296" sldId="258"/>
        </pc:sldMkLst>
        <pc:spChg chg="mod">
          <ac:chgData name="Jorge Cisneros" userId="S::jorge.cisneros@utp.ac.pa::a982605d-983a-4d5b-82e5-99741f5a147d" providerId="AD" clId="Web-{2EED1B6D-07F2-F72B-16E3-B6A5DD17A553}" dt="2026-04-27T01:10:40.025" v="44" actId="20577"/>
          <ac:spMkLst>
            <pc:docMk/>
            <pc:sldMk cId="251209296" sldId="258"/>
            <ac:spMk id="2" creationId="{D65009F7-BD1E-D576-D4E6-8474A22E8D62}"/>
          </ac:spMkLst>
        </pc:spChg>
        <pc:spChg chg="mod">
          <ac:chgData name="Jorge Cisneros" userId="S::jorge.cisneros@utp.ac.pa::a982605d-983a-4d5b-82e5-99741f5a147d" providerId="AD" clId="Web-{2EED1B6D-07F2-F72B-16E3-B6A5DD17A553}" dt="2026-04-27T01:10:35.634" v="40" actId="20577"/>
          <ac:spMkLst>
            <pc:docMk/>
            <pc:sldMk cId="251209296" sldId="258"/>
            <ac:spMk id="3" creationId="{51309F13-AF09-5C10-091E-D9A3EE1551B2}"/>
          </ac:spMkLst>
        </pc:spChg>
      </pc:sldChg>
      <pc:sldChg chg="modSp new">
        <pc:chgData name="Jorge Cisneros" userId="S::jorge.cisneros@utp.ac.pa::a982605d-983a-4d5b-82e5-99741f5a147d" providerId="AD" clId="Web-{2EED1B6D-07F2-F72B-16E3-B6A5DD17A553}" dt="2026-04-27T01:11:08.292" v="53" actId="20577"/>
        <pc:sldMkLst>
          <pc:docMk/>
          <pc:sldMk cId="3301591855" sldId="259"/>
        </pc:sldMkLst>
        <pc:spChg chg="mod">
          <ac:chgData name="Jorge Cisneros" userId="S::jorge.cisneros@utp.ac.pa::a982605d-983a-4d5b-82e5-99741f5a147d" providerId="AD" clId="Web-{2EED1B6D-07F2-F72B-16E3-B6A5DD17A553}" dt="2026-04-27T01:10:59.151" v="49" actId="20577"/>
          <ac:spMkLst>
            <pc:docMk/>
            <pc:sldMk cId="3301591855" sldId="259"/>
            <ac:spMk id="2" creationId="{1723427C-6D39-E89F-0EA2-8C52A797F709}"/>
          </ac:spMkLst>
        </pc:spChg>
        <pc:spChg chg="mod">
          <ac:chgData name="Jorge Cisneros" userId="S::jorge.cisneros@utp.ac.pa::a982605d-983a-4d5b-82e5-99741f5a147d" providerId="AD" clId="Web-{2EED1B6D-07F2-F72B-16E3-B6A5DD17A553}" dt="2026-04-27T01:11:08.292" v="53" actId="20577"/>
          <ac:spMkLst>
            <pc:docMk/>
            <pc:sldMk cId="3301591855" sldId="259"/>
            <ac:spMk id="3" creationId="{54F93CE0-3F72-3AD2-D6DC-46320A4BB743}"/>
          </ac:spMkLst>
        </pc:spChg>
      </pc:sldChg>
      <pc:sldChg chg="modSp new">
        <pc:chgData name="Jorge Cisneros" userId="S::jorge.cisneros@utp.ac.pa::a982605d-983a-4d5b-82e5-99741f5a147d" providerId="AD" clId="Web-{2EED1B6D-07F2-F72B-16E3-B6A5DD17A553}" dt="2026-04-27T01:11:29.527" v="66" actId="20577"/>
        <pc:sldMkLst>
          <pc:docMk/>
          <pc:sldMk cId="2617459387" sldId="260"/>
        </pc:sldMkLst>
        <pc:spChg chg="mod">
          <ac:chgData name="Jorge Cisneros" userId="S::jorge.cisneros@utp.ac.pa::a982605d-983a-4d5b-82e5-99741f5a147d" providerId="AD" clId="Web-{2EED1B6D-07F2-F72B-16E3-B6A5DD17A553}" dt="2026-04-27T01:11:27.089" v="64" actId="20577"/>
          <ac:spMkLst>
            <pc:docMk/>
            <pc:sldMk cId="2617459387" sldId="260"/>
            <ac:spMk id="2" creationId="{D1FC6872-5908-3D78-E1FC-408B62D1C9C0}"/>
          </ac:spMkLst>
        </pc:spChg>
        <pc:spChg chg="mod">
          <ac:chgData name="Jorge Cisneros" userId="S::jorge.cisneros@utp.ac.pa::a982605d-983a-4d5b-82e5-99741f5a147d" providerId="AD" clId="Web-{2EED1B6D-07F2-F72B-16E3-B6A5DD17A553}" dt="2026-04-27T01:11:29.527" v="66" actId="20577"/>
          <ac:spMkLst>
            <pc:docMk/>
            <pc:sldMk cId="2617459387" sldId="260"/>
            <ac:spMk id="3" creationId="{F7A049DB-5022-0375-DD58-539FB3B0155C}"/>
          </ac:spMkLst>
        </pc:spChg>
      </pc:sldChg>
      <pc:sldChg chg="addSp delSp modSp new mod setBg">
        <pc:chgData name="Jorge Cisneros" userId="S::jorge.cisneros@utp.ac.pa::a982605d-983a-4d5b-82e5-99741f5a147d" providerId="AD" clId="Web-{2EED1B6D-07F2-F72B-16E3-B6A5DD17A553}" dt="2026-04-27T01:12:49.795" v="76"/>
        <pc:sldMkLst>
          <pc:docMk/>
          <pc:sldMk cId="3566619923" sldId="261"/>
        </pc:sldMkLst>
        <pc:spChg chg="mod">
          <ac:chgData name="Jorge Cisneros" userId="S::jorge.cisneros@utp.ac.pa::a982605d-983a-4d5b-82e5-99741f5a147d" providerId="AD" clId="Web-{2EED1B6D-07F2-F72B-16E3-B6A5DD17A553}" dt="2026-04-27T01:12:49.795" v="76"/>
          <ac:spMkLst>
            <pc:docMk/>
            <pc:sldMk cId="3566619923" sldId="261"/>
            <ac:spMk id="2" creationId="{9EB02882-517F-5F28-2538-215CFCE385BF}"/>
          </ac:spMkLst>
        </pc:spChg>
        <pc:spChg chg="del mod">
          <ac:chgData name="Jorge Cisneros" userId="S::jorge.cisneros@utp.ac.pa::a982605d-983a-4d5b-82e5-99741f5a147d" providerId="AD" clId="Web-{2EED1B6D-07F2-F72B-16E3-B6A5DD17A553}" dt="2026-04-27T01:12:33.920" v="73"/>
          <ac:spMkLst>
            <pc:docMk/>
            <pc:sldMk cId="3566619923" sldId="261"/>
            <ac:spMk id="3" creationId="{2ACC391A-A4E1-2E05-9AA5-494293AAFB45}"/>
          </ac:spMkLst>
        </pc:spChg>
        <pc:spChg chg="add del">
          <ac:chgData name="Jorge Cisneros" userId="S::jorge.cisneros@utp.ac.pa::a982605d-983a-4d5b-82e5-99741f5a147d" providerId="AD" clId="Web-{2EED1B6D-07F2-F72B-16E3-B6A5DD17A553}" dt="2026-04-27T01:12:49.795" v="75"/>
          <ac:spMkLst>
            <pc:docMk/>
            <pc:sldMk cId="3566619923" sldId="261"/>
            <ac:spMk id="8" creationId="{087EBDC5-059F-0957-30CE-BB07FE582F08}"/>
          </ac:spMkLst>
        </pc:spChg>
        <pc:spChg chg="add">
          <ac:chgData name="Jorge Cisneros" userId="S::jorge.cisneros@utp.ac.pa::a982605d-983a-4d5b-82e5-99741f5a147d" providerId="AD" clId="Web-{2EED1B6D-07F2-F72B-16E3-B6A5DD17A553}" dt="2026-04-27T01:12:49.795" v="76"/>
          <ac:spMkLst>
            <pc:docMk/>
            <pc:sldMk cId="3566619923" sldId="261"/>
            <ac:spMk id="9" creationId="{A4AC5506-6312-4701-8D3C-40187889A947}"/>
          </ac:spMkLst>
        </pc:spChg>
        <pc:spChg chg="add del">
          <ac:chgData name="Jorge Cisneros" userId="S::jorge.cisneros@utp.ac.pa::a982605d-983a-4d5b-82e5-99741f5a147d" providerId="AD" clId="Web-{2EED1B6D-07F2-F72B-16E3-B6A5DD17A553}" dt="2026-04-27T01:12:49.795" v="75"/>
          <ac:spMkLst>
            <pc:docMk/>
            <pc:sldMk cId="3566619923" sldId="261"/>
            <ac:spMk id="11" creationId="{0288C6B4-AFC3-407F-A595-EFFD38D4CCAF}"/>
          </ac:spMkLst>
        </pc:spChg>
        <pc:spChg chg="add del">
          <ac:chgData name="Jorge Cisneros" userId="S::jorge.cisneros@utp.ac.pa::a982605d-983a-4d5b-82e5-99741f5a147d" providerId="AD" clId="Web-{2EED1B6D-07F2-F72B-16E3-B6A5DD17A553}" dt="2026-04-27T01:12:49.795" v="75"/>
          <ac:spMkLst>
            <pc:docMk/>
            <pc:sldMk cId="3566619923" sldId="261"/>
            <ac:spMk id="13" creationId="{CF236821-17FE-429B-8D2C-08E13A64EA40}"/>
          </ac:spMkLst>
        </pc:spChg>
        <pc:spChg chg="add del">
          <ac:chgData name="Jorge Cisneros" userId="S::jorge.cisneros@utp.ac.pa::a982605d-983a-4d5b-82e5-99741f5a147d" providerId="AD" clId="Web-{2EED1B6D-07F2-F72B-16E3-B6A5DD17A553}" dt="2026-04-27T01:12:49.795" v="75"/>
          <ac:spMkLst>
            <pc:docMk/>
            <pc:sldMk cId="3566619923" sldId="261"/>
            <ac:spMk id="15" creationId="{C0BDBCD2-E081-43AB-9119-C55465E59757}"/>
          </ac:spMkLst>
        </pc:spChg>
        <pc:spChg chg="add del">
          <ac:chgData name="Jorge Cisneros" userId="S::jorge.cisneros@utp.ac.pa::a982605d-983a-4d5b-82e5-99741f5a147d" providerId="AD" clId="Web-{2EED1B6D-07F2-F72B-16E3-B6A5DD17A553}" dt="2026-04-27T01:12:49.795" v="75"/>
          <ac:spMkLst>
            <pc:docMk/>
            <pc:sldMk cId="3566619923" sldId="261"/>
            <ac:spMk id="17" creationId="{98E79BE4-34FE-485A-98A5-92CE8F7C4743}"/>
          </ac:spMkLst>
        </pc:spChg>
        <pc:spChg chg="add del">
          <ac:chgData name="Jorge Cisneros" userId="S::jorge.cisneros@utp.ac.pa::a982605d-983a-4d5b-82e5-99741f5a147d" providerId="AD" clId="Web-{2EED1B6D-07F2-F72B-16E3-B6A5DD17A553}" dt="2026-04-27T01:12:49.795" v="75"/>
          <ac:spMkLst>
            <pc:docMk/>
            <pc:sldMk cId="3566619923" sldId="261"/>
            <ac:spMk id="19" creationId="{7A5F0580-5EE9-419F-96EE-B6529EF6E7D0}"/>
          </ac:spMkLst>
        </pc:spChg>
        <pc:picChg chg="add mod ord">
          <ac:chgData name="Jorge Cisneros" userId="S::jorge.cisneros@utp.ac.pa::a982605d-983a-4d5b-82e5-99741f5a147d" providerId="AD" clId="Web-{2EED1B6D-07F2-F72B-16E3-B6A5DD17A553}" dt="2026-04-27T01:12:49.795" v="76"/>
          <ac:picMkLst>
            <pc:docMk/>
            <pc:sldMk cId="3566619923" sldId="261"/>
            <ac:picMk id="4" creationId="{9AC27021-C68A-079E-1BE0-4C68EF799A69}"/>
          </ac:picMkLst>
        </pc:picChg>
      </pc:sldChg>
      <pc:sldChg chg="modSp new">
        <pc:chgData name="Jorge Cisneros" userId="S::jorge.cisneros@utp.ac.pa::a982605d-983a-4d5b-82e5-99741f5a147d" providerId="AD" clId="Web-{2EED1B6D-07F2-F72B-16E3-B6A5DD17A553}" dt="2026-04-27T01:13:19.624" v="81" actId="20577"/>
        <pc:sldMkLst>
          <pc:docMk/>
          <pc:sldMk cId="4266122291" sldId="262"/>
        </pc:sldMkLst>
        <pc:spChg chg="mod">
          <ac:chgData name="Jorge Cisneros" userId="S::jorge.cisneros@utp.ac.pa::a982605d-983a-4d5b-82e5-99741f5a147d" providerId="AD" clId="Web-{2EED1B6D-07F2-F72B-16E3-B6A5DD17A553}" dt="2026-04-27T01:13:15.718" v="79" actId="20577"/>
          <ac:spMkLst>
            <pc:docMk/>
            <pc:sldMk cId="4266122291" sldId="262"/>
            <ac:spMk id="2" creationId="{D3AA8266-8804-BD0D-B704-6C6559071F14}"/>
          </ac:spMkLst>
        </pc:spChg>
        <pc:spChg chg="mod">
          <ac:chgData name="Jorge Cisneros" userId="S::jorge.cisneros@utp.ac.pa::a982605d-983a-4d5b-82e5-99741f5a147d" providerId="AD" clId="Web-{2EED1B6D-07F2-F72B-16E3-B6A5DD17A553}" dt="2026-04-27T01:13:19.624" v="81" actId="20577"/>
          <ac:spMkLst>
            <pc:docMk/>
            <pc:sldMk cId="4266122291" sldId="262"/>
            <ac:spMk id="3" creationId="{916B4C7D-767A-98EE-156B-764FDE46889C}"/>
          </ac:spMkLst>
        </pc:spChg>
      </pc:sldChg>
      <pc:sldChg chg="modSp new">
        <pc:chgData name="Jorge Cisneros" userId="S::jorge.cisneros@utp.ac.pa::a982605d-983a-4d5b-82e5-99741f5a147d" providerId="AD" clId="Web-{2EED1B6D-07F2-F72B-16E3-B6A5DD17A553}" dt="2026-04-27T01:13:57.360" v="92" actId="20577"/>
        <pc:sldMkLst>
          <pc:docMk/>
          <pc:sldMk cId="1651005512" sldId="263"/>
        </pc:sldMkLst>
        <pc:spChg chg="mod">
          <ac:chgData name="Jorge Cisneros" userId="S::jorge.cisneros@utp.ac.pa::a982605d-983a-4d5b-82e5-99741f5a147d" providerId="AD" clId="Web-{2EED1B6D-07F2-F72B-16E3-B6A5DD17A553}" dt="2026-04-27T01:13:50.782" v="89" actId="20577"/>
          <ac:spMkLst>
            <pc:docMk/>
            <pc:sldMk cId="1651005512" sldId="263"/>
            <ac:spMk id="2" creationId="{56297021-DF8C-1C91-4F63-A803DEC302CA}"/>
          </ac:spMkLst>
        </pc:spChg>
        <pc:spChg chg="mod">
          <ac:chgData name="Jorge Cisneros" userId="S::jorge.cisneros@utp.ac.pa::a982605d-983a-4d5b-82e5-99741f5a147d" providerId="AD" clId="Web-{2EED1B6D-07F2-F72B-16E3-B6A5DD17A553}" dt="2026-04-27T01:13:57.360" v="92" actId="20577"/>
          <ac:spMkLst>
            <pc:docMk/>
            <pc:sldMk cId="1651005512" sldId="263"/>
            <ac:spMk id="3" creationId="{CAA0BFDE-8B83-7A92-A0FA-FBEB44BAA2A7}"/>
          </ac:spMkLst>
        </pc:spChg>
      </pc:sldChg>
      <pc:sldChg chg="modSp new mod modClrScheme chgLayout">
        <pc:chgData name="Jorge Cisneros" userId="S::jorge.cisneros@utp.ac.pa::a982605d-983a-4d5b-82e5-99741f5a147d" providerId="AD" clId="Web-{2EED1B6D-07F2-F72B-16E3-B6A5DD17A553}" dt="2026-04-27T01:14:11.188" v="96" actId="20577"/>
        <pc:sldMkLst>
          <pc:docMk/>
          <pc:sldMk cId="1244802046" sldId="264"/>
        </pc:sldMkLst>
        <pc:spChg chg="mod ord">
          <ac:chgData name="Jorge Cisneros" userId="S::jorge.cisneros@utp.ac.pa::a982605d-983a-4d5b-82e5-99741f5a147d" providerId="AD" clId="Web-{2EED1B6D-07F2-F72B-16E3-B6A5DD17A553}" dt="2026-04-27T01:14:11.188" v="96" actId="20577"/>
          <ac:spMkLst>
            <pc:docMk/>
            <pc:sldMk cId="1244802046" sldId="264"/>
            <ac:spMk id="2" creationId="{9DE5BDF1-4BCB-07B6-6B42-247E2BB51406}"/>
          </ac:spMkLst>
        </pc:spChg>
        <pc:spChg chg="mod ord">
          <ac:chgData name="Jorge Cisneros" userId="S::jorge.cisneros@utp.ac.pa::a982605d-983a-4d5b-82e5-99741f5a147d" providerId="AD" clId="Web-{2EED1B6D-07F2-F72B-16E3-B6A5DD17A553}" dt="2026-04-27T01:14:06.782" v="94"/>
          <ac:spMkLst>
            <pc:docMk/>
            <pc:sldMk cId="1244802046" sldId="264"/>
            <ac:spMk id="3" creationId="{0448B651-E768-34B6-E807-84692B78B61B}"/>
          </ac:spMkLst>
        </pc:spChg>
      </pc:sldChg>
      <pc:sldMasterChg chg="del delSldLayout">
        <pc:chgData name="Jorge Cisneros" userId="S::jorge.cisneros@utp.ac.pa::a982605d-983a-4d5b-82e5-99741f5a147d" providerId="AD" clId="Web-{2EED1B6D-07F2-F72B-16E3-B6A5DD17A553}" dt="2026-04-27T01:08:16.500" v="0"/>
        <pc:sldMasterMkLst>
          <pc:docMk/>
          <pc:sldMasterMk cId="2933118997" sldId="2147483648"/>
        </pc:sldMasterMkLst>
        <pc:sldLayoutChg chg="del">
          <pc:chgData name="Jorge Cisneros" userId="S::jorge.cisneros@utp.ac.pa::a982605d-983a-4d5b-82e5-99741f5a147d" providerId="AD" clId="Web-{2EED1B6D-07F2-F72B-16E3-B6A5DD17A553}" dt="2026-04-27T01:08:16.500" v="0"/>
          <pc:sldLayoutMkLst>
            <pc:docMk/>
            <pc:sldMasterMk cId="2933118997" sldId="2147483648"/>
            <pc:sldLayoutMk cId="2288191458" sldId="2147483649"/>
          </pc:sldLayoutMkLst>
        </pc:sldLayoutChg>
        <pc:sldLayoutChg chg="del">
          <pc:chgData name="Jorge Cisneros" userId="S::jorge.cisneros@utp.ac.pa::a982605d-983a-4d5b-82e5-99741f5a147d" providerId="AD" clId="Web-{2EED1B6D-07F2-F72B-16E3-B6A5DD17A553}" dt="2026-04-27T01:08:16.500" v="0"/>
          <pc:sldLayoutMkLst>
            <pc:docMk/>
            <pc:sldMasterMk cId="2933118997" sldId="2147483648"/>
            <pc:sldLayoutMk cId="3398174421" sldId="2147483650"/>
          </pc:sldLayoutMkLst>
        </pc:sldLayoutChg>
        <pc:sldLayoutChg chg="del">
          <pc:chgData name="Jorge Cisneros" userId="S::jorge.cisneros@utp.ac.pa::a982605d-983a-4d5b-82e5-99741f5a147d" providerId="AD" clId="Web-{2EED1B6D-07F2-F72B-16E3-B6A5DD17A553}" dt="2026-04-27T01:08:16.500" v="0"/>
          <pc:sldLayoutMkLst>
            <pc:docMk/>
            <pc:sldMasterMk cId="2933118997" sldId="2147483648"/>
            <pc:sldLayoutMk cId="2339700568" sldId="2147483651"/>
          </pc:sldLayoutMkLst>
        </pc:sldLayoutChg>
        <pc:sldLayoutChg chg="del">
          <pc:chgData name="Jorge Cisneros" userId="S::jorge.cisneros@utp.ac.pa::a982605d-983a-4d5b-82e5-99741f5a147d" providerId="AD" clId="Web-{2EED1B6D-07F2-F72B-16E3-B6A5DD17A553}" dt="2026-04-27T01:08:16.500" v="0"/>
          <pc:sldLayoutMkLst>
            <pc:docMk/>
            <pc:sldMasterMk cId="2933118997" sldId="2147483648"/>
            <pc:sldLayoutMk cId="979029867" sldId="2147483652"/>
          </pc:sldLayoutMkLst>
        </pc:sldLayoutChg>
        <pc:sldLayoutChg chg="del">
          <pc:chgData name="Jorge Cisneros" userId="S::jorge.cisneros@utp.ac.pa::a982605d-983a-4d5b-82e5-99741f5a147d" providerId="AD" clId="Web-{2EED1B6D-07F2-F72B-16E3-B6A5DD17A553}" dt="2026-04-27T01:08:16.500" v="0"/>
          <pc:sldLayoutMkLst>
            <pc:docMk/>
            <pc:sldMasterMk cId="2933118997" sldId="2147483648"/>
            <pc:sldLayoutMk cId="1752394269" sldId="2147483653"/>
          </pc:sldLayoutMkLst>
        </pc:sldLayoutChg>
        <pc:sldLayoutChg chg="del">
          <pc:chgData name="Jorge Cisneros" userId="S::jorge.cisneros@utp.ac.pa::a982605d-983a-4d5b-82e5-99741f5a147d" providerId="AD" clId="Web-{2EED1B6D-07F2-F72B-16E3-B6A5DD17A553}" dt="2026-04-27T01:08:16.500" v="0"/>
          <pc:sldLayoutMkLst>
            <pc:docMk/>
            <pc:sldMasterMk cId="2933118997" sldId="2147483648"/>
            <pc:sldLayoutMk cId="3630658609" sldId="2147483654"/>
          </pc:sldLayoutMkLst>
        </pc:sldLayoutChg>
        <pc:sldLayoutChg chg="del">
          <pc:chgData name="Jorge Cisneros" userId="S::jorge.cisneros@utp.ac.pa::a982605d-983a-4d5b-82e5-99741f5a147d" providerId="AD" clId="Web-{2EED1B6D-07F2-F72B-16E3-B6A5DD17A553}" dt="2026-04-27T01:08:16.500" v="0"/>
          <pc:sldLayoutMkLst>
            <pc:docMk/>
            <pc:sldMasterMk cId="2933118997" sldId="2147483648"/>
            <pc:sldLayoutMk cId="3682375612" sldId="2147483655"/>
          </pc:sldLayoutMkLst>
        </pc:sldLayoutChg>
        <pc:sldLayoutChg chg="del">
          <pc:chgData name="Jorge Cisneros" userId="S::jorge.cisneros@utp.ac.pa::a982605d-983a-4d5b-82e5-99741f5a147d" providerId="AD" clId="Web-{2EED1B6D-07F2-F72B-16E3-B6A5DD17A553}" dt="2026-04-27T01:08:16.500" v="0"/>
          <pc:sldLayoutMkLst>
            <pc:docMk/>
            <pc:sldMasterMk cId="2933118997" sldId="2147483648"/>
            <pc:sldLayoutMk cId="1360449816" sldId="2147483656"/>
          </pc:sldLayoutMkLst>
        </pc:sldLayoutChg>
        <pc:sldLayoutChg chg="del">
          <pc:chgData name="Jorge Cisneros" userId="S::jorge.cisneros@utp.ac.pa::a982605d-983a-4d5b-82e5-99741f5a147d" providerId="AD" clId="Web-{2EED1B6D-07F2-F72B-16E3-B6A5DD17A553}" dt="2026-04-27T01:08:16.500" v="0"/>
          <pc:sldLayoutMkLst>
            <pc:docMk/>
            <pc:sldMasterMk cId="2933118997" sldId="2147483648"/>
            <pc:sldLayoutMk cId="383603595" sldId="2147483657"/>
          </pc:sldLayoutMkLst>
        </pc:sldLayoutChg>
        <pc:sldLayoutChg chg="del">
          <pc:chgData name="Jorge Cisneros" userId="S::jorge.cisneros@utp.ac.pa::a982605d-983a-4d5b-82e5-99741f5a147d" providerId="AD" clId="Web-{2EED1B6D-07F2-F72B-16E3-B6A5DD17A553}" dt="2026-04-27T01:08:16.500" v="0"/>
          <pc:sldLayoutMkLst>
            <pc:docMk/>
            <pc:sldMasterMk cId="2933118997" sldId="2147483648"/>
            <pc:sldLayoutMk cId="541863252" sldId="2147483658"/>
          </pc:sldLayoutMkLst>
        </pc:sldLayoutChg>
        <pc:sldLayoutChg chg="del">
          <pc:chgData name="Jorge Cisneros" userId="S::jorge.cisneros@utp.ac.pa::a982605d-983a-4d5b-82e5-99741f5a147d" providerId="AD" clId="Web-{2EED1B6D-07F2-F72B-16E3-B6A5DD17A553}" dt="2026-04-27T01:08:16.500" v="0"/>
          <pc:sldLayoutMkLst>
            <pc:docMk/>
            <pc:sldMasterMk cId="2933118997" sldId="2147483648"/>
            <pc:sldLayoutMk cId="2215096201" sldId="2147483659"/>
          </pc:sldLayoutMkLst>
        </pc:sldLayoutChg>
      </pc:sldMasterChg>
      <pc:sldMasterChg chg="add addSldLayout modSldLayout">
        <pc:chgData name="Jorge Cisneros" userId="S::jorge.cisneros@utp.ac.pa::a982605d-983a-4d5b-82e5-99741f5a147d" providerId="AD" clId="Web-{2EED1B6D-07F2-F72B-16E3-B6A5DD17A553}" dt="2026-04-27T01:08:16.500" v="0"/>
        <pc:sldMasterMkLst>
          <pc:docMk/>
          <pc:sldMasterMk cId="57405538" sldId="2147483660"/>
        </pc:sldMasterMkLst>
        <pc:sldLayoutChg chg="add mod replId">
          <pc:chgData name="Jorge Cisneros" userId="S::jorge.cisneros@utp.ac.pa::a982605d-983a-4d5b-82e5-99741f5a147d" providerId="AD" clId="Web-{2EED1B6D-07F2-F72B-16E3-B6A5DD17A553}" dt="2026-04-27T01:08:16.500" v="0"/>
          <pc:sldLayoutMkLst>
            <pc:docMk/>
            <pc:sldMasterMk cId="57405538" sldId="2147483660"/>
            <pc:sldLayoutMk cId="1857858323" sldId="2147483661"/>
          </pc:sldLayoutMkLst>
        </pc:sldLayoutChg>
        <pc:sldLayoutChg chg="add mod replId">
          <pc:chgData name="Jorge Cisneros" userId="S::jorge.cisneros@utp.ac.pa::a982605d-983a-4d5b-82e5-99741f5a147d" providerId="AD" clId="Web-{2EED1B6D-07F2-F72B-16E3-B6A5DD17A553}" dt="2026-04-27T01:08:16.500" v="0"/>
          <pc:sldLayoutMkLst>
            <pc:docMk/>
            <pc:sldMasterMk cId="57405538" sldId="2147483660"/>
            <pc:sldLayoutMk cId="3176335625" sldId="2147483662"/>
          </pc:sldLayoutMkLst>
        </pc:sldLayoutChg>
        <pc:sldLayoutChg chg="add mod replId">
          <pc:chgData name="Jorge Cisneros" userId="S::jorge.cisneros@utp.ac.pa::a982605d-983a-4d5b-82e5-99741f5a147d" providerId="AD" clId="Web-{2EED1B6D-07F2-F72B-16E3-B6A5DD17A553}" dt="2026-04-27T01:08:16.500" v="0"/>
          <pc:sldLayoutMkLst>
            <pc:docMk/>
            <pc:sldMasterMk cId="57405538" sldId="2147483660"/>
            <pc:sldLayoutMk cId="3742365852" sldId="2147483663"/>
          </pc:sldLayoutMkLst>
        </pc:sldLayoutChg>
        <pc:sldLayoutChg chg="add mod replId">
          <pc:chgData name="Jorge Cisneros" userId="S::jorge.cisneros@utp.ac.pa::a982605d-983a-4d5b-82e5-99741f5a147d" providerId="AD" clId="Web-{2EED1B6D-07F2-F72B-16E3-B6A5DD17A553}" dt="2026-04-27T01:08:16.500" v="0"/>
          <pc:sldLayoutMkLst>
            <pc:docMk/>
            <pc:sldMasterMk cId="57405538" sldId="2147483660"/>
            <pc:sldLayoutMk cId="3893361606" sldId="2147483664"/>
          </pc:sldLayoutMkLst>
        </pc:sldLayoutChg>
        <pc:sldLayoutChg chg="add mod replId">
          <pc:chgData name="Jorge Cisneros" userId="S::jorge.cisneros@utp.ac.pa::a982605d-983a-4d5b-82e5-99741f5a147d" providerId="AD" clId="Web-{2EED1B6D-07F2-F72B-16E3-B6A5DD17A553}" dt="2026-04-27T01:08:16.500" v="0"/>
          <pc:sldLayoutMkLst>
            <pc:docMk/>
            <pc:sldMasterMk cId="57405538" sldId="2147483660"/>
            <pc:sldLayoutMk cId="1387517367" sldId="2147483665"/>
          </pc:sldLayoutMkLst>
        </pc:sldLayoutChg>
        <pc:sldLayoutChg chg="add mod replId">
          <pc:chgData name="Jorge Cisneros" userId="S::jorge.cisneros@utp.ac.pa::a982605d-983a-4d5b-82e5-99741f5a147d" providerId="AD" clId="Web-{2EED1B6D-07F2-F72B-16E3-B6A5DD17A553}" dt="2026-04-27T01:08:16.500" v="0"/>
          <pc:sldLayoutMkLst>
            <pc:docMk/>
            <pc:sldMasterMk cId="57405538" sldId="2147483660"/>
            <pc:sldLayoutMk cId="3411370458" sldId="2147483666"/>
          </pc:sldLayoutMkLst>
        </pc:sldLayoutChg>
        <pc:sldLayoutChg chg="add mod replId">
          <pc:chgData name="Jorge Cisneros" userId="S::jorge.cisneros@utp.ac.pa::a982605d-983a-4d5b-82e5-99741f5a147d" providerId="AD" clId="Web-{2EED1B6D-07F2-F72B-16E3-B6A5DD17A553}" dt="2026-04-27T01:08:16.500" v="0"/>
          <pc:sldLayoutMkLst>
            <pc:docMk/>
            <pc:sldMasterMk cId="57405538" sldId="2147483660"/>
            <pc:sldLayoutMk cId="2566625991" sldId="2147483667"/>
          </pc:sldLayoutMkLst>
        </pc:sldLayoutChg>
        <pc:sldLayoutChg chg="add mod replId">
          <pc:chgData name="Jorge Cisneros" userId="S::jorge.cisneros@utp.ac.pa::a982605d-983a-4d5b-82e5-99741f5a147d" providerId="AD" clId="Web-{2EED1B6D-07F2-F72B-16E3-B6A5DD17A553}" dt="2026-04-27T01:08:16.500" v="0"/>
          <pc:sldLayoutMkLst>
            <pc:docMk/>
            <pc:sldMasterMk cId="57405538" sldId="2147483660"/>
            <pc:sldLayoutMk cId="56483912" sldId="2147483668"/>
          </pc:sldLayoutMkLst>
        </pc:sldLayoutChg>
        <pc:sldLayoutChg chg="add mod replId">
          <pc:chgData name="Jorge Cisneros" userId="S::jorge.cisneros@utp.ac.pa::a982605d-983a-4d5b-82e5-99741f5a147d" providerId="AD" clId="Web-{2EED1B6D-07F2-F72B-16E3-B6A5DD17A553}" dt="2026-04-27T01:08:16.500" v="0"/>
          <pc:sldLayoutMkLst>
            <pc:docMk/>
            <pc:sldMasterMk cId="57405538" sldId="2147483660"/>
            <pc:sldLayoutMk cId="3222192177" sldId="2147483669"/>
          </pc:sldLayoutMkLst>
        </pc:sldLayoutChg>
        <pc:sldLayoutChg chg="add mod replId">
          <pc:chgData name="Jorge Cisneros" userId="S::jorge.cisneros@utp.ac.pa::a982605d-983a-4d5b-82e5-99741f5a147d" providerId="AD" clId="Web-{2EED1B6D-07F2-F72B-16E3-B6A5DD17A553}" dt="2026-04-27T01:08:16.500" v="0"/>
          <pc:sldLayoutMkLst>
            <pc:docMk/>
            <pc:sldMasterMk cId="57405538" sldId="2147483660"/>
            <pc:sldLayoutMk cId="3539897099" sldId="2147483670"/>
          </pc:sldLayoutMkLst>
        </pc:sldLayoutChg>
        <pc:sldLayoutChg chg="add mod replId">
          <pc:chgData name="Jorge Cisneros" userId="S::jorge.cisneros@utp.ac.pa::a982605d-983a-4d5b-82e5-99741f5a147d" providerId="AD" clId="Web-{2EED1B6D-07F2-F72B-16E3-B6A5DD17A553}" dt="2026-04-27T01:08:16.500" v="0"/>
          <pc:sldLayoutMkLst>
            <pc:docMk/>
            <pc:sldMasterMk cId="57405538" sldId="2147483660"/>
            <pc:sldLayoutMk cId="1651456221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858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335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365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361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517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370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625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83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192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897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456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055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@selinglazeddonut/what-is-android-gradle-plugin-agp-and-android-studio-compatibility-bd0f0fabf0c5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AGP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Prof.: Jorge Cisneros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9E865-367D-E091-C145-2BCE82FAE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ea typeface="+mj-lt"/>
                <a:cs typeface="+mj-lt"/>
              </a:rPr>
              <a:t>Android </a:t>
            </a:r>
            <a:r>
              <a:rPr lang="es-ES" b="1" dirty="0" err="1">
                <a:ea typeface="+mj-lt"/>
                <a:cs typeface="+mj-lt"/>
              </a:rPr>
              <a:t>Gradle</a:t>
            </a:r>
            <a:r>
              <a:rPr lang="es-ES" b="1" dirty="0">
                <a:ea typeface="+mj-lt"/>
                <a:cs typeface="+mj-lt"/>
              </a:rPr>
              <a:t> Plugin (AGP)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3068E8-BA42-E58F-B8B2-513D40EE7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dirty="0">
                <a:ea typeface="+mn-lt"/>
                <a:cs typeface="+mn-lt"/>
              </a:rPr>
              <a:t>Es el sistema de compilación oficial y el complemento esencial para desarrollar aplicaciones en Android Studio. Funciona sobre </a:t>
            </a:r>
            <a:r>
              <a:rPr lang="es-ES" dirty="0" err="1">
                <a:ea typeface="+mn-lt"/>
                <a:cs typeface="+mn-lt"/>
              </a:rPr>
              <a:t>Gradle</a:t>
            </a:r>
            <a:r>
              <a:rPr lang="es-ES" dirty="0">
                <a:ea typeface="+mn-lt"/>
                <a:cs typeface="+mn-lt"/>
              </a:rPr>
              <a:t> para automatizar tareas como la compilación, empaquetado, firmado y optimización de código (</a:t>
            </a:r>
            <a:r>
              <a:rPr lang="es-ES" dirty="0" err="1">
                <a:ea typeface="+mn-lt"/>
                <a:cs typeface="+mn-lt"/>
              </a:rPr>
              <a:t>Apk</a:t>
            </a:r>
            <a:r>
              <a:rPr lang="es-ES" dirty="0">
                <a:ea typeface="+mn-lt"/>
                <a:cs typeface="+mn-lt"/>
              </a:rPr>
              <a:t> o App </a:t>
            </a:r>
            <a:r>
              <a:rPr lang="es-ES" dirty="0" err="1">
                <a:ea typeface="+mn-lt"/>
                <a:cs typeface="+mn-lt"/>
              </a:rPr>
              <a:t>Bundle</a:t>
            </a:r>
            <a:r>
              <a:rPr lang="es-ES" dirty="0">
                <a:ea typeface="+mn-lt"/>
                <a:cs typeface="+mn-lt"/>
              </a:rPr>
              <a:t>).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55059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5009F7-BD1E-D576-D4E6-8474A22E8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AGP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309F13-AF09-5C10-091E-D9A3EE155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dirty="0">
                <a:ea typeface="+mn-lt"/>
                <a:cs typeface="+mn-lt"/>
              </a:rPr>
              <a:t>Este es un plugin para </a:t>
            </a:r>
            <a:r>
              <a:rPr lang="es-ES" dirty="0" err="1">
                <a:ea typeface="+mn-lt"/>
                <a:cs typeface="+mn-lt"/>
              </a:rPr>
              <a:t>Gradle</a:t>
            </a:r>
            <a:r>
              <a:rPr lang="es-ES" dirty="0">
                <a:ea typeface="+mn-lt"/>
                <a:cs typeface="+mn-lt"/>
              </a:rPr>
              <a:t>. Se extiende </a:t>
            </a:r>
            <a:r>
              <a:rPr lang="es-ES" dirty="0" err="1">
                <a:ea typeface="+mn-lt"/>
                <a:cs typeface="+mn-lt"/>
              </a:rPr>
              <a:t>Gradle</a:t>
            </a:r>
            <a:r>
              <a:rPr lang="es-ES" dirty="0">
                <a:ea typeface="+mn-lt"/>
                <a:cs typeface="+mn-lt"/>
              </a:rPr>
              <a:t> para proporcionar una funcionalidad específica para la creación de aplicaciones Android. La AGP es lo que le permite usar </a:t>
            </a:r>
            <a:r>
              <a:rPr lang="es-ES" dirty="0" err="1">
                <a:ea typeface="+mn-lt"/>
                <a:cs typeface="+mn-lt"/>
              </a:rPr>
              <a:t>Gradle</a:t>
            </a:r>
            <a:r>
              <a:rPr lang="es-ES" dirty="0">
                <a:ea typeface="+mn-lt"/>
                <a:cs typeface="+mn-lt"/>
              </a:rPr>
              <a:t> para crear aplicaciones de Android, manejar tareas como compilación de código, procesamiento de recursos, generación de APK, etc.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1209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23427C-6D39-E89F-0EA2-8C52A797F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Gradle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F93CE0-3F72-3AD2-D6DC-46320A4BB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dirty="0">
                <a:ea typeface="+mn-lt"/>
                <a:cs typeface="+mn-lt"/>
              </a:rPr>
              <a:t>Este es un sistema de automatización de compilación que utiliza un lenguaje o scripts específicos de dominio escritos en </a:t>
            </a:r>
            <a:r>
              <a:rPr lang="es-ES" dirty="0" err="1">
                <a:ea typeface="+mn-lt"/>
                <a:cs typeface="+mn-lt"/>
              </a:rPr>
              <a:t>Groovy</a:t>
            </a:r>
            <a:r>
              <a:rPr lang="es-ES" dirty="0">
                <a:ea typeface="+mn-lt"/>
                <a:cs typeface="+mn-lt"/>
              </a:rPr>
              <a:t> o </a:t>
            </a:r>
            <a:r>
              <a:rPr lang="es-ES" dirty="0" err="1">
                <a:ea typeface="+mn-lt"/>
                <a:cs typeface="+mn-lt"/>
              </a:rPr>
              <a:t>Kotlin</a:t>
            </a:r>
            <a:r>
              <a:rPr lang="es-ES" dirty="0"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1591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FC6872-5908-3D78-E1FC-408B62D1C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Android Studio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A049DB-5022-0375-DD58-539FB3B01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dirty="0">
                <a:ea typeface="+mn-lt"/>
                <a:cs typeface="+mn-lt"/>
              </a:rPr>
              <a:t>Este es el entorno de desarrollo integrado oficial (IDE) para el desarrollo de aplicaciones Android. Está construido sobre la plataforma IntelliJ IDEA. Android Studio se integra con </a:t>
            </a:r>
            <a:r>
              <a:rPr lang="es-ES" dirty="0" err="1">
                <a:ea typeface="+mn-lt"/>
                <a:cs typeface="+mn-lt"/>
              </a:rPr>
              <a:t>Gradle</a:t>
            </a:r>
            <a:r>
              <a:rPr lang="es-ES" dirty="0">
                <a:ea typeface="+mn-lt"/>
                <a:cs typeface="+mn-lt"/>
              </a:rPr>
              <a:t> (utilizando el complemento de Android </a:t>
            </a:r>
            <a:r>
              <a:rPr lang="es-ES" dirty="0" err="1">
                <a:ea typeface="+mn-lt"/>
                <a:cs typeface="+mn-lt"/>
              </a:rPr>
              <a:t>Gradle</a:t>
            </a:r>
            <a:r>
              <a:rPr lang="es-ES" dirty="0">
                <a:ea typeface="+mn-lt"/>
                <a:cs typeface="+mn-lt"/>
              </a:rPr>
              <a:t>) para crear y administrar proyectos de aplicaciones Android.</a:t>
            </a:r>
          </a:p>
        </p:txBody>
      </p:sp>
    </p:spTree>
    <p:extLst>
      <p:ext uri="{BB962C8B-B14F-4D97-AF65-F5344CB8AC3E}">
        <p14:creationId xmlns:p14="http://schemas.microsoft.com/office/powerpoint/2010/main" val="2617459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B02882-517F-5F28-2538-215CFCE38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Diagrama</a:t>
            </a:r>
          </a:p>
        </p:txBody>
      </p:sp>
      <p:pic>
        <p:nvPicPr>
          <p:cNvPr id="4" name="Marcador de contenido 3" descr="Diagrama&#10;&#10;El contenido generado por IA puede ser incorrecto.">
            <a:extLst>
              <a:ext uri="{FF2B5EF4-FFF2-40B4-BE49-F238E27FC236}">
                <a16:creationId xmlns:a16="http://schemas.microsoft.com/office/drawing/2014/main" id="{9AC27021-C68A-079E-1BE0-4C68EF799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7297" y="1675227"/>
            <a:ext cx="8137406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9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A8266-8804-BD0D-B704-6C6559071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Resumen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6B4C7D-767A-98EE-156B-764FDE468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s-ES" dirty="0" err="1">
                <a:ea typeface="+mn-lt"/>
                <a:cs typeface="+mn-lt"/>
              </a:rPr>
              <a:t>Gradle</a:t>
            </a:r>
            <a:r>
              <a:rPr lang="es-ES" dirty="0">
                <a:ea typeface="+mn-lt"/>
                <a:cs typeface="+mn-lt"/>
              </a:rPr>
              <a:t> es el sistema de automatización de construcción.</a:t>
            </a:r>
            <a:endParaRPr lang="es-ES" dirty="0"/>
          </a:p>
          <a:p>
            <a:pPr>
              <a:buFont typeface="Arial"/>
              <a:buChar char="•"/>
            </a:pPr>
            <a:r>
              <a:rPr lang="es-ES" dirty="0">
                <a:ea typeface="+mn-lt"/>
                <a:cs typeface="+mn-lt"/>
              </a:rPr>
              <a:t>El plugin de Android </a:t>
            </a:r>
            <a:r>
              <a:rPr lang="es-ES" dirty="0" err="1">
                <a:ea typeface="+mn-lt"/>
                <a:cs typeface="+mn-lt"/>
              </a:rPr>
              <a:t>Gradle</a:t>
            </a:r>
            <a:r>
              <a:rPr lang="es-ES" dirty="0">
                <a:ea typeface="+mn-lt"/>
                <a:cs typeface="+mn-lt"/>
              </a:rPr>
              <a:t> hace que </a:t>
            </a:r>
            <a:r>
              <a:rPr lang="es-ES" dirty="0" err="1">
                <a:ea typeface="+mn-lt"/>
                <a:cs typeface="+mn-lt"/>
              </a:rPr>
              <a:t>Gradle</a:t>
            </a:r>
            <a:r>
              <a:rPr lang="es-ES" dirty="0">
                <a:ea typeface="+mn-lt"/>
                <a:cs typeface="+mn-lt"/>
              </a:rPr>
              <a:t> entienda y construya proyectos de Android.</a:t>
            </a:r>
            <a:endParaRPr lang="es-ES" dirty="0"/>
          </a:p>
          <a:p>
            <a:pPr>
              <a:buFont typeface="Arial"/>
              <a:buChar char="•"/>
            </a:pPr>
            <a:r>
              <a:rPr lang="es-ES" dirty="0">
                <a:ea typeface="+mn-lt"/>
                <a:cs typeface="+mn-lt"/>
              </a:rPr>
              <a:t>Android Studio es el IDE donde escribes, depuras y perfilas tus aplicaciones de Android, y utiliza </a:t>
            </a:r>
            <a:r>
              <a:rPr lang="es-ES" dirty="0" err="1">
                <a:ea typeface="+mn-lt"/>
                <a:cs typeface="+mn-lt"/>
              </a:rPr>
              <a:t>Gradle</a:t>
            </a:r>
            <a:r>
              <a:rPr lang="es-ES" dirty="0">
                <a:ea typeface="+mn-lt"/>
                <a:cs typeface="+mn-lt"/>
              </a:rPr>
              <a:t> y AGP detrás de escena para manejar el proceso de compilación.</a:t>
            </a: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66122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297021-DF8C-1C91-4F63-A803DEC30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Referencias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A0BFDE-8B83-7A92-A0FA-FBEB44BAA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ea typeface="+mn-lt"/>
                <a:cs typeface="+mn-lt"/>
                <a:hlinkClick r:id="rId2"/>
              </a:rPr>
              <a:t>https://medium.com/@selinglazeddonut/what-is-android-gradle-plugin-agp-and-android-studio-compatibility-bd0f0fabf0c5</a:t>
            </a:r>
            <a:endParaRPr lang="es-ES">
              <a:ea typeface="+mn-lt"/>
              <a:cs typeface="+mn-lt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51005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5BDF1-4BCB-07B6-6B42-247E2BB51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Gracias!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48B651-E768-34B6-E807-84692B78B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4802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B4D4D83D2D55546B1737CDAD57026FA" ma:contentTypeVersion="7" ma:contentTypeDescription="Crear nuevo documento." ma:contentTypeScope="" ma:versionID="a305dadf18341afe0fb62d5107be1c01">
  <xsd:schema xmlns:xsd="http://www.w3.org/2001/XMLSchema" xmlns:xs="http://www.w3.org/2001/XMLSchema" xmlns:p="http://schemas.microsoft.com/office/2006/metadata/properties" xmlns:ns2="88ed0247-0ef3-4540-a022-4129002f7747" targetNamespace="http://schemas.microsoft.com/office/2006/metadata/properties" ma:root="true" ma:fieldsID="64c10b7398facec25861e47b2e8b0b88" ns2:_="">
    <xsd:import namespace="88ed0247-0ef3-4540-a022-4129002f77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ed0247-0ef3-4540-a022-4129002f77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858C31-31D4-4333-A65C-38AFDAEDD0D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F6B951A-1CD3-4A96-9FE9-281DB030933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1F3B44-190D-4C24-A40A-061A36AB1D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ed0247-0ef3-4540-a022-4129002f77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Office Theme</vt:lpstr>
      <vt:lpstr>AGP</vt:lpstr>
      <vt:lpstr>Android Gradle Plugin (AGP)</vt:lpstr>
      <vt:lpstr>AGP</vt:lpstr>
      <vt:lpstr>Gradle</vt:lpstr>
      <vt:lpstr>Android Studio</vt:lpstr>
      <vt:lpstr>Diagrama</vt:lpstr>
      <vt:lpstr>Resumen</vt:lpstr>
      <vt:lpstr>Referencias</vt:lpstr>
      <vt:lpstr>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</cp:revision>
  <dcterms:created xsi:type="dcterms:W3CDTF">2026-04-27T01:08:00Z</dcterms:created>
  <dcterms:modified xsi:type="dcterms:W3CDTF">2026-04-27T01:14:17Z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0x0101000B4D4D83D2D55546B1737CDAD57026FA</vt:lpwstr>
  </property>
</Properties>
</file>