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0" r:id="rId7"/>
    <p:sldId id="261" r:id="rId8"/>
    <p:sldId id="262" r:id="rId9"/>
    <p:sldId id="263" r:id="rId10"/>
    <p:sldId id="264" r:id="rId11"/>
    <p:sldId id="265" r:id="rId12"/>
    <p:sldId id="266" r:id="rId13"/>
    <p:sldId id="268" r:id="rId14"/>
    <p:sldId id="269" r:id="rId15"/>
    <p:sldId id="258" r:id="rId16"/>
    <p:sldId id="259" r:id="rId17"/>
    <p:sldId id="267"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4E86FC-9135-87B5-7BE2-E3C0EFB3E558}" v="141" dt="2026-04-27T01:00:21.6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Cisneros" userId="S::jorge.cisneros@utp.ac.pa::a982605d-983a-4d5b-82e5-99741f5a147d" providerId="AD" clId="Web-{0C4E86FC-9135-87B5-7BE2-E3C0EFB3E558}"/>
    <pc:docChg chg="mod addSld modSld addMainMaster delMainMaster">
      <pc:chgData name="Jorge Cisneros" userId="S::jorge.cisneros@utp.ac.pa::a982605d-983a-4d5b-82e5-99741f5a147d" providerId="AD" clId="Web-{0C4E86FC-9135-87B5-7BE2-E3C0EFB3E558}" dt="2026-04-27T01:00:21.644" v="162" actId="20577"/>
      <pc:docMkLst>
        <pc:docMk/>
      </pc:docMkLst>
      <pc:sldChg chg="modSp mod modClrScheme chgLayout">
        <pc:chgData name="Jorge Cisneros" userId="S::jorge.cisneros@utp.ac.pa::a982605d-983a-4d5b-82e5-99741f5a147d" providerId="AD" clId="Web-{0C4E86FC-9135-87B5-7BE2-E3C0EFB3E558}" dt="2026-04-27T00:42:14.258" v="13" actId="20577"/>
        <pc:sldMkLst>
          <pc:docMk/>
          <pc:sldMk cId="2406273178" sldId="256"/>
        </pc:sldMkLst>
        <pc:spChg chg="mod ord">
          <ac:chgData name="Jorge Cisneros" userId="S::jorge.cisneros@utp.ac.pa::a982605d-983a-4d5b-82e5-99741f5a147d" providerId="AD" clId="Web-{0C4E86FC-9135-87B5-7BE2-E3C0EFB3E558}" dt="2026-04-27T00:42:06.648" v="1" actId="20577"/>
          <ac:spMkLst>
            <pc:docMk/>
            <pc:sldMk cId="2406273178" sldId="256"/>
            <ac:spMk id="2" creationId="{00000000-0000-0000-0000-000000000000}"/>
          </ac:spMkLst>
        </pc:spChg>
        <pc:spChg chg="mod ord">
          <ac:chgData name="Jorge Cisneros" userId="S::jorge.cisneros@utp.ac.pa::a982605d-983a-4d5b-82e5-99741f5a147d" providerId="AD" clId="Web-{0C4E86FC-9135-87B5-7BE2-E3C0EFB3E558}" dt="2026-04-27T00:42:14.258" v="13" actId="20577"/>
          <ac:spMkLst>
            <pc:docMk/>
            <pc:sldMk cId="2406273178" sldId="256"/>
            <ac:spMk id="3" creationId="{00000000-0000-0000-0000-000000000000}"/>
          </ac:spMkLst>
        </pc:spChg>
      </pc:sldChg>
      <pc:sldChg chg="modSp new">
        <pc:chgData name="Jorge Cisneros" userId="S::jorge.cisneros@utp.ac.pa::a982605d-983a-4d5b-82e5-99741f5a147d" providerId="AD" clId="Web-{0C4E86FC-9135-87B5-7BE2-E3C0EFB3E558}" dt="2026-04-27T00:42:50.556" v="29" actId="20577"/>
        <pc:sldMkLst>
          <pc:docMk/>
          <pc:sldMk cId="2505367403" sldId="257"/>
        </pc:sldMkLst>
        <pc:spChg chg="mod">
          <ac:chgData name="Jorge Cisneros" userId="S::jorge.cisneros@utp.ac.pa::a982605d-983a-4d5b-82e5-99741f5a147d" providerId="AD" clId="Web-{0C4E86FC-9135-87B5-7BE2-E3C0EFB3E558}" dt="2026-04-27T00:42:38.962" v="26" actId="20577"/>
          <ac:spMkLst>
            <pc:docMk/>
            <pc:sldMk cId="2505367403" sldId="257"/>
            <ac:spMk id="2" creationId="{6AA7309E-FB56-0398-577F-B6666E3C6F27}"/>
          </ac:spMkLst>
        </pc:spChg>
        <pc:spChg chg="mod">
          <ac:chgData name="Jorge Cisneros" userId="S::jorge.cisneros@utp.ac.pa::a982605d-983a-4d5b-82e5-99741f5a147d" providerId="AD" clId="Web-{0C4E86FC-9135-87B5-7BE2-E3C0EFB3E558}" dt="2026-04-27T00:42:50.556" v="29" actId="20577"/>
          <ac:spMkLst>
            <pc:docMk/>
            <pc:sldMk cId="2505367403" sldId="257"/>
            <ac:spMk id="3" creationId="{BE94B158-6549-003B-88C2-ACB48AB84EFB}"/>
          </ac:spMkLst>
        </pc:spChg>
      </pc:sldChg>
      <pc:sldChg chg="modSp new">
        <pc:chgData name="Jorge Cisneros" userId="S::jorge.cisneros@utp.ac.pa::a982605d-983a-4d5b-82e5-99741f5a147d" providerId="AD" clId="Web-{0C4E86FC-9135-87B5-7BE2-E3C0EFB3E558}" dt="2026-04-27T00:48:30.170" v="40" actId="20577"/>
        <pc:sldMkLst>
          <pc:docMk/>
          <pc:sldMk cId="804936301" sldId="258"/>
        </pc:sldMkLst>
        <pc:spChg chg="mod">
          <ac:chgData name="Jorge Cisneros" userId="S::jorge.cisneros@utp.ac.pa::a982605d-983a-4d5b-82e5-99741f5a147d" providerId="AD" clId="Web-{0C4E86FC-9135-87B5-7BE2-E3C0EFB3E558}" dt="2026-04-27T00:43:36.150" v="32" actId="20577"/>
          <ac:spMkLst>
            <pc:docMk/>
            <pc:sldMk cId="804936301" sldId="258"/>
            <ac:spMk id="2" creationId="{94EFB317-4997-4403-CBD6-616640CB31A1}"/>
          </ac:spMkLst>
        </pc:spChg>
        <pc:spChg chg="mod">
          <ac:chgData name="Jorge Cisneros" userId="S::jorge.cisneros@utp.ac.pa::a982605d-983a-4d5b-82e5-99741f5a147d" providerId="AD" clId="Web-{0C4E86FC-9135-87B5-7BE2-E3C0EFB3E558}" dt="2026-04-27T00:48:30.170" v="40" actId="20577"/>
          <ac:spMkLst>
            <pc:docMk/>
            <pc:sldMk cId="804936301" sldId="258"/>
            <ac:spMk id="3" creationId="{4013BB12-2389-9F15-D5EF-D062EC52C1C8}"/>
          </ac:spMkLst>
        </pc:spChg>
      </pc:sldChg>
      <pc:sldChg chg="modSp new">
        <pc:chgData name="Jorge Cisneros" userId="S::jorge.cisneros@utp.ac.pa::a982605d-983a-4d5b-82e5-99741f5a147d" providerId="AD" clId="Web-{0C4E86FC-9135-87B5-7BE2-E3C0EFB3E558}" dt="2026-04-27T00:51:10.852" v="47" actId="20577"/>
        <pc:sldMkLst>
          <pc:docMk/>
          <pc:sldMk cId="1074723108" sldId="259"/>
        </pc:sldMkLst>
        <pc:spChg chg="mod">
          <ac:chgData name="Jorge Cisneros" userId="S::jorge.cisneros@utp.ac.pa::a982605d-983a-4d5b-82e5-99741f5a147d" providerId="AD" clId="Web-{0C4E86FC-9135-87B5-7BE2-E3C0EFB3E558}" dt="2026-04-27T00:48:30.404" v="43" actId="20577"/>
          <ac:spMkLst>
            <pc:docMk/>
            <pc:sldMk cId="1074723108" sldId="259"/>
            <ac:spMk id="2" creationId="{FC28F786-23F1-9553-C160-DCC6EFDA593E}"/>
          </ac:spMkLst>
        </pc:spChg>
        <pc:spChg chg="mod">
          <ac:chgData name="Jorge Cisneros" userId="S::jorge.cisneros@utp.ac.pa::a982605d-983a-4d5b-82e5-99741f5a147d" providerId="AD" clId="Web-{0C4E86FC-9135-87B5-7BE2-E3C0EFB3E558}" dt="2026-04-27T00:51:10.852" v="47" actId="20577"/>
          <ac:spMkLst>
            <pc:docMk/>
            <pc:sldMk cId="1074723108" sldId="259"/>
            <ac:spMk id="3" creationId="{9284CE40-A807-0D40-D50D-7CFDAEF4A0D1}"/>
          </ac:spMkLst>
        </pc:spChg>
      </pc:sldChg>
      <pc:sldChg chg="modSp new">
        <pc:chgData name="Jorge Cisneros" userId="S::jorge.cisneros@utp.ac.pa::a982605d-983a-4d5b-82e5-99741f5a147d" providerId="AD" clId="Web-{0C4E86FC-9135-87B5-7BE2-E3C0EFB3E558}" dt="2026-04-27T00:51:11.743" v="52" actId="20577"/>
        <pc:sldMkLst>
          <pc:docMk/>
          <pc:sldMk cId="4197621410" sldId="260"/>
        </pc:sldMkLst>
        <pc:spChg chg="mod">
          <ac:chgData name="Jorge Cisneros" userId="S::jorge.cisneros@utp.ac.pa::a982605d-983a-4d5b-82e5-99741f5a147d" providerId="AD" clId="Web-{0C4E86FC-9135-87B5-7BE2-E3C0EFB3E558}" dt="2026-04-27T00:51:11.743" v="52" actId="20577"/>
          <ac:spMkLst>
            <pc:docMk/>
            <pc:sldMk cId="4197621410" sldId="260"/>
            <ac:spMk id="2" creationId="{F5E1651F-CB87-2AE3-88F1-61086F25E7B2}"/>
          </ac:spMkLst>
        </pc:spChg>
        <pc:spChg chg="mod">
          <ac:chgData name="Jorge Cisneros" userId="S::jorge.cisneros@utp.ac.pa::a982605d-983a-4d5b-82e5-99741f5a147d" providerId="AD" clId="Web-{0C4E86FC-9135-87B5-7BE2-E3C0EFB3E558}" dt="2026-04-27T00:51:11.649" v="49" actId="20577"/>
          <ac:spMkLst>
            <pc:docMk/>
            <pc:sldMk cId="4197621410" sldId="260"/>
            <ac:spMk id="3" creationId="{CBA6DD2A-479D-B16B-7D68-73EF9DF5D979}"/>
          </ac:spMkLst>
        </pc:spChg>
      </pc:sldChg>
      <pc:sldChg chg="modSp new">
        <pc:chgData name="Jorge Cisneros" userId="S::jorge.cisneros@utp.ac.pa::a982605d-983a-4d5b-82e5-99741f5a147d" providerId="AD" clId="Web-{0C4E86FC-9135-87B5-7BE2-E3C0EFB3E558}" dt="2026-04-27T00:52:19.526" v="76" actId="20577"/>
        <pc:sldMkLst>
          <pc:docMk/>
          <pc:sldMk cId="1514479849" sldId="261"/>
        </pc:sldMkLst>
        <pc:spChg chg="mod">
          <ac:chgData name="Jorge Cisneros" userId="S::jorge.cisneros@utp.ac.pa::a982605d-983a-4d5b-82e5-99741f5a147d" providerId="AD" clId="Web-{0C4E86FC-9135-87B5-7BE2-E3C0EFB3E558}" dt="2026-04-27T00:51:11.852" v="55" actId="20577"/>
          <ac:spMkLst>
            <pc:docMk/>
            <pc:sldMk cId="1514479849" sldId="261"/>
            <ac:spMk id="2" creationId="{D6E04ACB-C86E-45F3-3E8D-CE03B2421496}"/>
          </ac:spMkLst>
        </pc:spChg>
        <pc:spChg chg="mod">
          <ac:chgData name="Jorge Cisneros" userId="S::jorge.cisneros@utp.ac.pa::a982605d-983a-4d5b-82e5-99741f5a147d" providerId="AD" clId="Web-{0C4E86FC-9135-87B5-7BE2-E3C0EFB3E558}" dt="2026-04-27T00:52:19.526" v="76" actId="20577"/>
          <ac:spMkLst>
            <pc:docMk/>
            <pc:sldMk cId="1514479849" sldId="261"/>
            <ac:spMk id="3" creationId="{F2A0B92D-BF38-EAA5-D52B-667F243599B4}"/>
          </ac:spMkLst>
        </pc:spChg>
      </pc:sldChg>
      <pc:sldChg chg="modSp new">
        <pc:chgData name="Jorge Cisneros" userId="S::jorge.cisneros@utp.ac.pa::a982605d-983a-4d5b-82e5-99741f5a147d" providerId="AD" clId="Web-{0C4E86FC-9135-87B5-7BE2-E3C0EFB3E558}" dt="2026-04-27T00:53:33.106" v="84" actId="20577"/>
        <pc:sldMkLst>
          <pc:docMk/>
          <pc:sldMk cId="20585240" sldId="262"/>
        </pc:sldMkLst>
        <pc:spChg chg="mod">
          <ac:chgData name="Jorge Cisneros" userId="S::jorge.cisneros@utp.ac.pa::a982605d-983a-4d5b-82e5-99741f5a147d" providerId="AD" clId="Web-{0C4E86FC-9135-87B5-7BE2-E3C0EFB3E558}" dt="2026-04-27T00:53:05.433" v="79" actId="20577"/>
          <ac:spMkLst>
            <pc:docMk/>
            <pc:sldMk cId="20585240" sldId="262"/>
            <ac:spMk id="2" creationId="{831F9F62-EB22-AB63-CE4D-F54A6242697D}"/>
          </ac:spMkLst>
        </pc:spChg>
        <pc:spChg chg="mod">
          <ac:chgData name="Jorge Cisneros" userId="S::jorge.cisneros@utp.ac.pa::a982605d-983a-4d5b-82e5-99741f5a147d" providerId="AD" clId="Web-{0C4E86FC-9135-87B5-7BE2-E3C0EFB3E558}" dt="2026-04-27T00:53:33.106" v="84" actId="20577"/>
          <ac:spMkLst>
            <pc:docMk/>
            <pc:sldMk cId="20585240" sldId="262"/>
            <ac:spMk id="3" creationId="{3AB2B0E5-C4DB-F8A1-28D7-D106B60F2C9D}"/>
          </ac:spMkLst>
        </pc:spChg>
      </pc:sldChg>
      <pc:sldChg chg="modSp new">
        <pc:chgData name="Jorge Cisneros" userId="S::jorge.cisneros@utp.ac.pa::a982605d-983a-4d5b-82e5-99741f5a147d" providerId="AD" clId="Web-{0C4E86FC-9135-87B5-7BE2-E3C0EFB3E558}" dt="2026-04-27T00:55:33.545" v="101" actId="20577"/>
        <pc:sldMkLst>
          <pc:docMk/>
          <pc:sldMk cId="770933311" sldId="263"/>
        </pc:sldMkLst>
        <pc:spChg chg="mod">
          <ac:chgData name="Jorge Cisneros" userId="S::jorge.cisneros@utp.ac.pa::a982605d-983a-4d5b-82e5-99741f5a147d" providerId="AD" clId="Web-{0C4E86FC-9135-87B5-7BE2-E3C0EFB3E558}" dt="2026-04-27T00:54:21.263" v="88" actId="20577"/>
          <ac:spMkLst>
            <pc:docMk/>
            <pc:sldMk cId="770933311" sldId="263"/>
            <ac:spMk id="2" creationId="{CF70B995-B3B4-2748-8CE5-375B1F7FD052}"/>
          </ac:spMkLst>
        </pc:spChg>
        <pc:spChg chg="mod">
          <ac:chgData name="Jorge Cisneros" userId="S::jorge.cisneros@utp.ac.pa::a982605d-983a-4d5b-82e5-99741f5a147d" providerId="AD" clId="Web-{0C4E86FC-9135-87B5-7BE2-E3C0EFB3E558}" dt="2026-04-27T00:55:33.545" v="101" actId="20577"/>
          <ac:spMkLst>
            <pc:docMk/>
            <pc:sldMk cId="770933311" sldId="263"/>
            <ac:spMk id="3" creationId="{225959D1-04D2-AFCC-3D86-CFE584EFACAA}"/>
          </ac:spMkLst>
        </pc:spChg>
      </pc:sldChg>
      <pc:sldChg chg="modSp new">
        <pc:chgData name="Jorge Cisneros" userId="S::jorge.cisneros@utp.ac.pa::a982605d-983a-4d5b-82e5-99741f5a147d" providerId="AD" clId="Web-{0C4E86FC-9135-87B5-7BE2-E3C0EFB3E558}" dt="2026-04-27T00:56:36.812" v="114" actId="20577"/>
        <pc:sldMkLst>
          <pc:docMk/>
          <pc:sldMk cId="2138193391" sldId="264"/>
        </pc:sldMkLst>
        <pc:spChg chg="mod">
          <ac:chgData name="Jorge Cisneros" userId="S::jorge.cisneros@utp.ac.pa::a982605d-983a-4d5b-82e5-99741f5a147d" providerId="AD" clId="Web-{0C4E86FC-9135-87B5-7BE2-E3C0EFB3E558}" dt="2026-04-27T00:56:31.359" v="111" actId="20577"/>
          <ac:spMkLst>
            <pc:docMk/>
            <pc:sldMk cId="2138193391" sldId="264"/>
            <ac:spMk id="2" creationId="{C9A4C1C5-5967-FE4F-A6DC-296E1A7BD427}"/>
          </ac:spMkLst>
        </pc:spChg>
        <pc:spChg chg="mod">
          <ac:chgData name="Jorge Cisneros" userId="S::jorge.cisneros@utp.ac.pa::a982605d-983a-4d5b-82e5-99741f5a147d" providerId="AD" clId="Web-{0C4E86FC-9135-87B5-7BE2-E3C0EFB3E558}" dt="2026-04-27T00:56:36.812" v="114" actId="20577"/>
          <ac:spMkLst>
            <pc:docMk/>
            <pc:sldMk cId="2138193391" sldId="264"/>
            <ac:spMk id="3" creationId="{04AC33AE-0A41-97DF-F933-CBD335A0FE8D}"/>
          </ac:spMkLst>
        </pc:spChg>
      </pc:sldChg>
      <pc:sldChg chg="modSp add replId">
        <pc:chgData name="Jorge Cisneros" userId="S::jorge.cisneros@utp.ac.pa::a982605d-983a-4d5b-82e5-99741f5a147d" providerId="AD" clId="Web-{0C4E86FC-9135-87B5-7BE2-E3C0EFB3E558}" dt="2026-04-27T00:57:13.437" v="120" actId="20577"/>
        <pc:sldMkLst>
          <pc:docMk/>
          <pc:sldMk cId="2390415579" sldId="265"/>
        </pc:sldMkLst>
        <pc:spChg chg="mod">
          <ac:chgData name="Jorge Cisneros" userId="S::jorge.cisneros@utp.ac.pa::a982605d-983a-4d5b-82e5-99741f5a147d" providerId="AD" clId="Web-{0C4E86FC-9135-87B5-7BE2-E3C0EFB3E558}" dt="2026-04-27T00:57:13.437" v="120" actId="20577"/>
          <ac:spMkLst>
            <pc:docMk/>
            <pc:sldMk cId="2390415579" sldId="265"/>
            <ac:spMk id="3" creationId="{E02C305E-4D79-BB96-4BEA-A6018D2ABC3C}"/>
          </ac:spMkLst>
        </pc:spChg>
      </pc:sldChg>
      <pc:sldChg chg="modSp add replId">
        <pc:chgData name="Jorge Cisneros" userId="S::jorge.cisneros@utp.ac.pa::a982605d-983a-4d5b-82e5-99741f5a147d" providerId="AD" clId="Web-{0C4E86FC-9135-87B5-7BE2-E3C0EFB3E558}" dt="2026-04-27T00:57:44.360" v="125" actId="20577"/>
        <pc:sldMkLst>
          <pc:docMk/>
          <pc:sldMk cId="2605496101" sldId="266"/>
        </pc:sldMkLst>
        <pc:spChg chg="mod">
          <ac:chgData name="Jorge Cisneros" userId="S::jorge.cisneros@utp.ac.pa::a982605d-983a-4d5b-82e5-99741f5a147d" providerId="AD" clId="Web-{0C4E86FC-9135-87B5-7BE2-E3C0EFB3E558}" dt="2026-04-27T00:57:44.360" v="125" actId="20577"/>
          <ac:spMkLst>
            <pc:docMk/>
            <pc:sldMk cId="2605496101" sldId="266"/>
            <ac:spMk id="3" creationId="{E349D3AB-A487-503D-01BA-41DE3328F480}"/>
          </ac:spMkLst>
        </pc:spChg>
      </pc:sldChg>
      <pc:sldChg chg="modSp new mod modClrScheme chgLayout">
        <pc:chgData name="Jorge Cisneros" userId="S::jorge.cisneros@utp.ac.pa::a982605d-983a-4d5b-82e5-99741f5a147d" providerId="AD" clId="Web-{0C4E86FC-9135-87B5-7BE2-E3C0EFB3E558}" dt="2026-04-27T00:59:03.267" v="134" actId="20577"/>
        <pc:sldMkLst>
          <pc:docMk/>
          <pc:sldMk cId="3175020924" sldId="267"/>
        </pc:sldMkLst>
        <pc:spChg chg="mod ord">
          <ac:chgData name="Jorge Cisneros" userId="S::jorge.cisneros@utp.ac.pa::a982605d-983a-4d5b-82e5-99741f5a147d" providerId="AD" clId="Web-{0C4E86FC-9135-87B5-7BE2-E3C0EFB3E558}" dt="2026-04-27T00:59:03.267" v="134" actId="20577"/>
          <ac:spMkLst>
            <pc:docMk/>
            <pc:sldMk cId="3175020924" sldId="267"/>
            <ac:spMk id="2" creationId="{70F1804B-1708-6CDC-73F5-014DD2D48172}"/>
          </ac:spMkLst>
        </pc:spChg>
        <pc:spChg chg="mod ord">
          <ac:chgData name="Jorge Cisneros" userId="S::jorge.cisneros@utp.ac.pa::a982605d-983a-4d5b-82e5-99741f5a147d" providerId="AD" clId="Web-{0C4E86FC-9135-87B5-7BE2-E3C0EFB3E558}" dt="2026-04-27T00:58:56.407" v="127"/>
          <ac:spMkLst>
            <pc:docMk/>
            <pc:sldMk cId="3175020924" sldId="267"/>
            <ac:spMk id="3" creationId="{FC54A14D-A9BC-3FDA-1597-39692002EC6C}"/>
          </ac:spMkLst>
        </pc:spChg>
      </pc:sldChg>
      <pc:sldChg chg="modSp new">
        <pc:chgData name="Jorge Cisneros" userId="S::jorge.cisneros@utp.ac.pa::a982605d-983a-4d5b-82e5-99741f5a147d" providerId="AD" clId="Web-{0C4E86FC-9135-87B5-7BE2-E3C0EFB3E558}" dt="2026-04-27T00:59:44.314" v="148"/>
        <pc:sldMkLst>
          <pc:docMk/>
          <pc:sldMk cId="1734356823" sldId="268"/>
        </pc:sldMkLst>
        <pc:spChg chg="mod">
          <ac:chgData name="Jorge Cisneros" userId="S::jorge.cisneros@utp.ac.pa::a982605d-983a-4d5b-82e5-99741f5a147d" providerId="AD" clId="Web-{0C4E86FC-9135-87B5-7BE2-E3C0EFB3E558}" dt="2026-04-27T00:59:14.048" v="138" actId="20577"/>
          <ac:spMkLst>
            <pc:docMk/>
            <pc:sldMk cId="1734356823" sldId="268"/>
            <ac:spMk id="2" creationId="{9542DE0F-0E5A-C952-53A3-B00D654A16F4}"/>
          </ac:spMkLst>
        </pc:spChg>
        <pc:spChg chg="mod">
          <ac:chgData name="Jorge Cisneros" userId="S::jorge.cisneros@utp.ac.pa::a982605d-983a-4d5b-82e5-99741f5a147d" providerId="AD" clId="Web-{0C4E86FC-9135-87B5-7BE2-E3C0EFB3E558}" dt="2026-04-27T00:59:44.314" v="148"/>
          <ac:spMkLst>
            <pc:docMk/>
            <pc:sldMk cId="1734356823" sldId="268"/>
            <ac:spMk id="3" creationId="{3105A782-EDAD-786A-B7ED-EB5BB62496BE}"/>
          </ac:spMkLst>
        </pc:spChg>
      </pc:sldChg>
      <pc:sldChg chg="modSp new">
        <pc:chgData name="Jorge Cisneros" userId="S::jorge.cisneros@utp.ac.pa::a982605d-983a-4d5b-82e5-99741f5a147d" providerId="AD" clId="Web-{0C4E86FC-9135-87B5-7BE2-E3C0EFB3E558}" dt="2026-04-27T01:00:21.644" v="162" actId="20577"/>
        <pc:sldMkLst>
          <pc:docMk/>
          <pc:sldMk cId="3187354866" sldId="269"/>
        </pc:sldMkLst>
        <pc:spChg chg="mod">
          <ac:chgData name="Jorge Cisneros" userId="S::jorge.cisneros@utp.ac.pa::a982605d-983a-4d5b-82e5-99741f5a147d" providerId="AD" clId="Web-{0C4E86FC-9135-87B5-7BE2-E3C0EFB3E558}" dt="2026-04-27T00:59:59.424" v="160" actId="20577"/>
          <ac:spMkLst>
            <pc:docMk/>
            <pc:sldMk cId="3187354866" sldId="269"/>
            <ac:spMk id="2" creationId="{47D00B11-C53E-7AE8-978E-6C0C9D4BFE87}"/>
          </ac:spMkLst>
        </pc:spChg>
        <pc:spChg chg="mod">
          <ac:chgData name="Jorge Cisneros" userId="S::jorge.cisneros@utp.ac.pa::a982605d-983a-4d5b-82e5-99741f5a147d" providerId="AD" clId="Web-{0C4E86FC-9135-87B5-7BE2-E3C0EFB3E558}" dt="2026-04-27T01:00:21.644" v="162" actId="20577"/>
          <ac:spMkLst>
            <pc:docMk/>
            <pc:sldMk cId="3187354866" sldId="269"/>
            <ac:spMk id="3" creationId="{8596FB3E-5804-ED93-0CE8-479C23EA91F6}"/>
          </ac:spMkLst>
        </pc:spChg>
      </pc:sldChg>
      <pc:sldMasterChg chg="del delSldLayout">
        <pc:chgData name="Jorge Cisneros" userId="S::jorge.cisneros@utp.ac.pa::a982605d-983a-4d5b-82e5-99741f5a147d" providerId="AD" clId="Web-{0C4E86FC-9135-87B5-7BE2-E3C0EFB3E558}" dt="2026-04-27T00:42:02.039" v="0"/>
        <pc:sldMasterMkLst>
          <pc:docMk/>
          <pc:sldMasterMk cId="2933118997" sldId="2147483648"/>
        </pc:sldMasterMkLst>
        <pc:sldLayoutChg chg="del">
          <pc:chgData name="Jorge Cisneros" userId="S::jorge.cisneros@utp.ac.pa::a982605d-983a-4d5b-82e5-99741f5a147d" providerId="AD" clId="Web-{0C4E86FC-9135-87B5-7BE2-E3C0EFB3E558}" dt="2026-04-27T00:42:02.039" v="0"/>
          <pc:sldLayoutMkLst>
            <pc:docMk/>
            <pc:sldMasterMk cId="2933118997" sldId="2147483648"/>
            <pc:sldLayoutMk cId="2288191458" sldId="2147483649"/>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3398174421" sldId="2147483650"/>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2339700568" sldId="2147483651"/>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979029867" sldId="2147483652"/>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1752394269" sldId="2147483653"/>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3630658609" sldId="2147483654"/>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3682375612" sldId="2147483655"/>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1360449816" sldId="2147483656"/>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383603595" sldId="2147483657"/>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541863252" sldId="2147483658"/>
          </pc:sldLayoutMkLst>
        </pc:sldLayoutChg>
        <pc:sldLayoutChg chg="del">
          <pc:chgData name="Jorge Cisneros" userId="S::jorge.cisneros@utp.ac.pa::a982605d-983a-4d5b-82e5-99741f5a147d" providerId="AD" clId="Web-{0C4E86FC-9135-87B5-7BE2-E3C0EFB3E558}" dt="2026-04-27T00:42:02.039" v="0"/>
          <pc:sldLayoutMkLst>
            <pc:docMk/>
            <pc:sldMasterMk cId="2933118997" sldId="2147483648"/>
            <pc:sldLayoutMk cId="2215096201" sldId="2147483659"/>
          </pc:sldLayoutMkLst>
        </pc:sldLayoutChg>
      </pc:sldMasterChg>
      <pc:sldMasterChg chg="add addSldLayout modSldLayout">
        <pc:chgData name="Jorge Cisneros" userId="S::jorge.cisneros@utp.ac.pa::a982605d-983a-4d5b-82e5-99741f5a147d" providerId="AD" clId="Web-{0C4E86FC-9135-87B5-7BE2-E3C0EFB3E558}" dt="2026-04-27T00:42:02.039" v="0"/>
        <pc:sldMasterMkLst>
          <pc:docMk/>
          <pc:sldMasterMk cId="3791379199" sldId="2147483660"/>
        </pc:sldMasterMkLst>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600212231" sldId="2147483661"/>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35664457" sldId="2147483662"/>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4110227392" sldId="2147483663"/>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855042017" sldId="2147483664"/>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1982252690" sldId="2147483665"/>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238872444" sldId="2147483666"/>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494247181" sldId="2147483667"/>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3716207570" sldId="2147483668"/>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560853073" sldId="2147483669"/>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317016922" sldId="2147483670"/>
          </pc:sldLayoutMkLst>
        </pc:sldLayoutChg>
        <pc:sldLayoutChg chg="add mod replId">
          <pc:chgData name="Jorge Cisneros" userId="S::jorge.cisneros@utp.ac.pa::a982605d-983a-4d5b-82e5-99741f5a147d" providerId="AD" clId="Web-{0C4E86FC-9135-87B5-7BE2-E3C0EFB3E558}" dt="2026-04-27T00:42:02.039" v="0"/>
          <pc:sldLayoutMkLst>
            <pc:docMk/>
            <pc:sldMasterMk cId="3791379199" sldId="2147483660"/>
            <pc:sldLayoutMk cId="1006412996"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60021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5664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110227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764DE79-268F-4C1A-8933-263129D2AF90}" type="datetimeFigureOut">
              <a:rPr lang="en-US" dirty="0"/>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855042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764DE79-268F-4C1A-8933-263129D2AF90}" type="datetimeFigureOut">
              <a:rPr lang="en-US" dirty="0"/>
              <a:t>4/26/2026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982252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4/26/2026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388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4/26/2026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94247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7162075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4/26/2026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560853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17016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764DE79-268F-4C1A-8933-263129D2AF90}" type="datetimeFigureOut">
              <a:rPr lang="en-US" dirty="0"/>
              <a:t>4/26/2026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00641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764DE79-268F-4C1A-8933-263129D2AF90}" type="datetimeFigureOut">
              <a:rPr lang="en-US" dirty="0"/>
              <a:t>4/26/2026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8F63A3B-78C7-47BE-AE5E-E10140E04643}" type="slidenum">
              <a:rPr lang="en-US" dirty="0"/>
              <a:t>‹Nº›</a:t>
            </a:fld>
            <a:endParaRPr lang="en-US" dirty="0"/>
          </a:p>
        </p:txBody>
      </p:sp>
    </p:spTree>
    <p:extLst>
      <p:ext uri="{BB962C8B-B14F-4D97-AF65-F5344CB8AC3E}">
        <p14:creationId xmlns:p14="http://schemas.microsoft.com/office/powerpoint/2010/main" val="379137919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err="1"/>
              <a:t>Kotlin</a:t>
            </a:r>
          </a:p>
        </p:txBody>
      </p:sp>
      <p:sp>
        <p:nvSpPr>
          <p:cNvPr id="3" name="Subtítulo 2"/>
          <p:cNvSpPr>
            <a:spLocks noGrp="1"/>
          </p:cNvSpPr>
          <p:nvPr>
            <p:ph type="subTitle" idx="1"/>
          </p:nvPr>
        </p:nvSpPr>
        <p:spPr/>
        <p:txBody>
          <a:bodyPr vert="horz" lIns="91440" tIns="45720" rIns="91440" bIns="45720" rtlCol="0" anchor="t">
            <a:normAutofit/>
          </a:bodyPr>
          <a:lstStyle/>
          <a:p>
            <a:r>
              <a:rPr lang="es-ES"/>
              <a:t>Prof.: Jorge Cisneros</a:t>
            </a: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7309E-FB56-0398-577F-B6666E3C6F27}"/>
              </a:ext>
            </a:extLst>
          </p:cNvPr>
          <p:cNvSpPr>
            <a:spLocks noGrp="1"/>
          </p:cNvSpPr>
          <p:nvPr>
            <p:ph type="title"/>
          </p:nvPr>
        </p:nvSpPr>
        <p:spPr/>
        <p:txBody>
          <a:bodyPr/>
          <a:lstStyle/>
          <a:p>
            <a:r>
              <a:rPr lang="es-ES" dirty="0"/>
              <a:t>¿Qué es </a:t>
            </a:r>
            <a:r>
              <a:rPr lang="es-ES" dirty="0" err="1"/>
              <a:t>Kotlin</a:t>
            </a:r>
            <a:r>
              <a:rPr lang="es-ES" dirty="0"/>
              <a:t>?</a:t>
            </a:r>
          </a:p>
        </p:txBody>
      </p:sp>
      <p:sp>
        <p:nvSpPr>
          <p:cNvPr id="3" name="Marcador de contenido 2">
            <a:extLst>
              <a:ext uri="{FF2B5EF4-FFF2-40B4-BE49-F238E27FC236}">
                <a16:creationId xmlns:a16="http://schemas.microsoft.com/office/drawing/2014/main" id="{BE94B158-6549-003B-88C2-ACB48AB84EFB}"/>
              </a:ext>
            </a:extLst>
          </p:cNvPr>
          <p:cNvSpPr>
            <a:spLocks noGrp="1"/>
          </p:cNvSpPr>
          <p:nvPr>
            <p:ph idx="1"/>
          </p:nvPr>
        </p:nvSpPr>
        <p:spPr/>
        <p:txBody>
          <a:bodyPr vert="horz" lIns="91440" tIns="45720" rIns="91440" bIns="45720" rtlCol="0" anchor="t">
            <a:normAutofit/>
          </a:bodyPr>
          <a:lstStyle/>
          <a:p>
            <a:pPr marL="0" indent="0">
              <a:buNone/>
            </a:pPr>
            <a:r>
              <a:rPr lang="es-ES" dirty="0" err="1">
                <a:ea typeface="+mn-lt"/>
                <a:cs typeface="+mn-lt"/>
              </a:rPr>
              <a:t>Kotlin</a:t>
            </a:r>
            <a:r>
              <a:rPr lang="es-ES" dirty="0">
                <a:ea typeface="+mn-lt"/>
                <a:cs typeface="+mn-lt"/>
              </a:rPr>
              <a:t> es un lenguaje de programación moderno, conciso y de código abierto, recomendado por Google como el lenguaje principal para el desarrollo nativo de aplicaciones Android. Es 100% interoperable con Java, lo que permite usar ambos en un mismo proyecto, siendo más seguro frente a errores nulos y reduciendo la cantidad de código necesario.</a:t>
            </a:r>
            <a:endParaRPr lang="es-ES" dirty="0"/>
          </a:p>
        </p:txBody>
      </p:sp>
    </p:spTree>
    <p:extLst>
      <p:ext uri="{BB962C8B-B14F-4D97-AF65-F5344CB8AC3E}">
        <p14:creationId xmlns:p14="http://schemas.microsoft.com/office/powerpoint/2010/main" val="2505367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E1651F-CB87-2AE3-88F1-61086F25E7B2}"/>
              </a:ext>
            </a:extLst>
          </p:cNvPr>
          <p:cNvSpPr>
            <a:spLocks noGrp="1"/>
          </p:cNvSpPr>
          <p:nvPr>
            <p:ph type="title"/>
          </p:nvPr>
        </p:nvSpPr>
        <p:spPr/>
        <p:txBody>
          <a:bodyPr/>
          <a:lstStyle/>
          <a:p>
            <a:r>
              <a:rPr lang="es-ES"/>
              <a:t>Historia</a:t>
            </a:r>
            <a:endParaRPr lang="es-ES" dirty="0"/>
          </a:p>
        </p:txBody>
      </p:sp>
      <p:sp>
        <p:nvSpPr>
          <p:cNvPr id="3" name="Marcador de contenido 2">
            <a:extLst>
              <a:ext uri="{FF2B5EF4-FFF2-40B4-BE49-F238E27FC236}">
                <a16:creationId xmlns:a16="http://schemas.microsoft.com/office/drawing/2014/main" id="{CBA6DD2A-479D-B16B-7D68-73EF9DF5D979}"/>
              </a:ext>
            </a:extLst>
          </p:cNvPr>
          <p:cNvSpPr>
            <a:spLocks noGrp="1"/>
          </p:cNvSpPr>
          <p:nvPr>
            <p:ph idx="1"/>
          </p:nvPr>
        </p:nvSpPr>
        <p:spPr/>
        <p:txBody>
          <a:bodyPr vert="horz" lIns="91440" tIns="45720" rIns="91440" bIns="45720" rtlCol="0" anchor="t">
            <a:normAutofit/>
          </a:bodyPr>
          <a:lstStyle/>
          <a:p>
            <a:pPr marL="0" indent="0">
              <a:buNone/>
            </a:pPr>
            <a:r>
              <a:rPr lang="es-ES"/>
              <a:t>Kotlin fue creado por JetBrains en 2010 y presentado en 2011 como un lenguaje moderno, conciso y totalmente interoperable con Java para solucionar limitaciones de productividad. Lanzado como código abierto en 2012, alcanzó su versión 1.0 en 2016. En 2017, Google anunció el soporte oficial para Android, convirtiéndolo en el lenguaje preferido en 2019.</a:t>
            </a:r>
          </a:p>
        </p:txBody>
      </p:sp>
    </p:spTree>
    <p:extLst>
      <p:ext uri="{BB962C8B-B14F-4D97-AF65-F5344CB8AC3E}">
        <p14:creationId xmlns:p14="http://schemas.microsoft.com/office/powerpoint/2010/main" val="4197621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E04ACB-C86E-45F3-3E8D-CE03B2421496}"/>
              </a:ext>
            </a:extLst>
          </p:cNvPr>
          <p:cNvSpPr>
            <a:spLocks noGrp="1"/>
          </p:cNvSpPr>
          <p:nvPr>
            <p:ph type="title"/>
          </p:nvPr>
        </p:nvSpPr>
        <p:spPr/>
        <p:txBody>
          <a:bodyPr/>
          <a:lstStyle/>
          <a:p>
            <a:r>
              <a:rPr lang="es-ES" dirty="0" err="1"/>
              <a:t>JetBrains</a:t>
            </a:r>
            <a:r>
              <a:rPr lang="es-ES" dirty="0"/>
              <a:t> al rescate</a:t>
            </a:r>
          </a:p>
        </p:txBody>
      </p:sp>
      <p:sp>
        <p:nvSpPr>
          <p:cNvPr id="3" name="Marcador de contenido 2">
            <a:extLst>
              <a:ext uri="{FF2B5EF4-FFF2-40B4-BE49-F238E27FC236}">
                <a16:creationId xmlns:a16="http://schemas.microsoft.com/office/drawing/2014/main" id="{F2A0B92D-BF38-EAA5-D52B-667F243599B4}"/>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s-ES" dirty="0">
                <a:ea typeface="+mn-lt"/>
                <a:cs typeface="+mn-lt"/>
              </a:rPr>
              <a:t>Andrey </a:t>
            </a:r>
            <a:r>
              <a:rPr lang="es-ES" dirty="0" err="1">
                <a:ea typeface="+mn-lt"/>
                <a:cs typeface="+mn-lt"/>
              </a:rPr>
              <a:t>Breslav</a:t>
            </a:r>
            <a:r>
              <a:rPr lang="es-ES" dirty="0">
                <a:ea typeface="+mn-lt"/>
                <a:cs typeface="+mn-lt"/>
              </a:rPr>
              <a:t>, el diseñador principal de </a:t>
            </a:r>
            <a:r>
              <a:rPr lang="es-ES" dirty="0" err="1">
                <a:ea typeface="+mn-lt"/>
                <a:cs typeface="+mn-lt"/>
              </a:rPr>
              <a:t>Kotlin</a:t>
            </a:r>
            <a:r>
              <a:rPr lang="es-ES" dirty="0">
                <a:ea typeface="+mn-lt"/>
                <a:cs typeface="+mn-lt"/>
              </a:rPr>
              <a:t>, fue esencial para dar forma al lenguaje y sus principios fundamentales.</a:t>
            </a:r>
          </a:p>
          <a:p>
            <a:pPr>
              <a:buNone/>
            </a:pPr>
            <a:r>
              <a:rPr lang="es-ES" dirty="0" err="1">
                <a:ea typeface="+mn-lt"/>
                <a:cs typeface="+mn-lt"/>
              </a:rPr>
              <a:t>JetBrains</a:t>
            </a:r>
            <a:r>
              <a:rPr lang="es-ES" dirty="0">
                <a:ea typeface="+mn-lt"/>
                <a:cs typeface="+mn-lt"/>
              </a:rPr>
              <a:t>, como principal impulsor de </a:t>
            </a:r>
            <a:r>
              <a:rPr lang="es-ES" dirty="0" err="1">
                <a:ea typeface="+mn-lt"/>
                <a:cs typeface="+mn-lt"/>
              </a:rPr>
              <a:t>Kotlin</a:t>
            </a:r>
            <a:r>
              <a:rPr lang="es-ES" dirty="0">
                <a:ea typeface="+mn-lt"/>
                <a:cs typeface="+mn-lt"/>
              </a:rPr>
              <a:t>, proporcionó los recursos, la investigación y las capacidades de desarrollo necesarios para dar vida al lenguaje. Como empresa de desarrollo de software de gran prestigio, </a:t>
            </a:r>
            <a:r>
              <a:rPr lang="es-ES" dirty="0" err="1">
                <a:ea typeface="+mn-lt"/>
                <a:cs typeface="+mn-lt"/>
              </a:rPr>
              <a:t>JetBrains</a:t>
            </a:r>
            <a:r>
              <a:rPr lang="es-ES" dirty="0">
                <a:ea typeface="+mn-lt"/>
                <a:cs typeface="+mn-lt"/>
              </a:rPr>
              <a:t> aprovechó su profundo conocimiento de las herramientas para desarrolladores y los IDE para garantizar que </a:t>
            </a:r>
            <a:r>
              <a:rPr lang="es-ES" dirty="0" err="1">
                <a:ea typeface="+mn-lt"/>
                <a:cs typeface="+mn-lt"/>
              </a:rPr>
              <a:t>Kotlin</a:t>
            </a:r>
            <a:r>
              <a:rPr lang="es-ES" dirty="0">
                <a:ea typeface="+mn-lt"/>
                <a:cs typeface="+mn-lt"/>
              </a:rPr>
              <a:t> se integrara a la perfección con IDE populares como IntelliJ IDEA, facilitando así la adopción y el uso del nuevo lenguaje por parte de los desarrolladores.</a:t>
            </a:r>
            <a:endParaRPr lang="es-ES" dirty="0"/>
          </a:p>
          <a:p>
            <a:pPr>
              <a:buNone/>
            </a:pPr>
            <a:r>
              <a:rPr lang="es-ES" dirty="0">
                <a:ea typeface="+mn-lt"/>
                <a:cs typeface="+mn-lt"/>
              </a:rPr>
              <a:t>El compromiso de la empresa con el desarrollo de código abierto fue crucial para la evolución de </a:t>
            </a:r>
            <a:r>
              <a:rPr lang="es-ES" dirty="0" err="1">
                <a:ea typeface="+mn-lt"/>
                <a:cs typeface="+mn-lt"/>
              </a:rPr>
              <a:t>Kotlin</a:t>
            </a:r>
            <a:r>
              <a:rPr lang="es-ES" dirty="0">
                <a:ea typeface="+mn-lt"/>
                <a:cs typeface="+mn-lt"/>
              </a:rPr>
              <a:t>. En 2012, </a:t>
            </a:r>
            <a:r>
              <a:rPr lang="es-ES" dirty="0" err="1">
                <a:ea typeface="+mn-lt"/>
                <a:cs typeface="+mn-lt"/>
              </a:rPr>
              <a:t>JetBrains</a:t>
            </a:r>
            <a:r>
              <a:rPr lang="es-ES" dirty="0">
                <a:ea typeface="+mn-lt"/>
                <a:cs typeface="+mn-lt"/>
              </a:rPr>
              <a:t> tomó la audaz decisión de liberar </a:t>
            </a:r>
            <a:r>
              <a:rPr lang="es-ES" dirty="0" err="1">
                <a:ea typeface="+mn-lt"/>
                <a:cs typeface="+mn-lt"/>
              </a:rPr>
              <a:t>Kotlin</a:t>
            </a:r>
            <a:r>
              <a:rPr lang="es-ES" dirty="0">
                <a:ea typeface="+mn-lt"/>
                <a:cs typeface="+mn-lt"/>
              </a:rPr>
              <a:t> como código abierto, invitando a la comunidad de desarrolladores a colaborar y allanando el camino para su adopción generalizada.</a:t>
            </a:r>
            <a:endParaRPr lang="es-ES" dirty="0"/>
          </a:p>
        </p:txBody>
      </p:sp>
    </p:spTree>
    <p:extLst>
      <p:ext uri="{BB962C8B-B14F-4D97-AF65-F5344CB8AC3E}">
        <p14:creationId xmlns:p14="http://schemas.microsoft.com/office/powerpoint/2010/main" val="1514479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1F9F62-EB22-AB63-CE4D-F54A6242697D}"/>
              </a:ext>
            </a:extLst>
          </p:cNvPr>
          <p:cNvSpPr>
            <a:spLocks noGrp="1"/>
          </p:cNvSpPr>
          <p:nvPr>
            <p:ph type="title"/>
          </p:nvPr>
        </p:nvSpPr>
        <p:spPr/>
        <p:txBody>
          <a:bodyPr/>
          <a:lstStyle/>
          <a:p>
            <a:r>
              <a:rPr lang="es-ES" b="1"/>
              <a:t>Soporte oficial de Android</a:t>
            </a:r>
            <a:endParaRPr lang="es-ES"/>
          </a:p>
        </p:txBody>
      </p:sp>
      <p:sp>
        <p:nvSpPr>
          <p:cNvPr id="3" name="Marcador de contenido 2">
            <a:extLst>
              <a:ext uri="{FF2B5EF4-FFF2-40B4-BE49-F238E27FC236}">
                <a16:creationId xmlns:a16="http://schemas.microsoft.com/office/drawing/2014/main" id="{3AB2B0E5-C4DB-F8A1-28D7-D106B60F2C9D}"/>
              </a:ext>
            </a:extLst>
          </p:cNvPr>
          <p:cNvSpPr>
            <a:spLocks noGrp="1"/>
          </p:cNvSpPr>
          <p:nvPr>
            <p:ph idx="1"/>
          </p:nvPr>
        </p:nvSpPr>
        <p:spPr/>
        <p:txBody>
          <a:bodyPr vert="horz" lIns="91440" tIns="45720" rIns="91440" bIns="45720" rtlCol="0" anchor="t">
            <a:normAutofit fontScale="85000" lnSpcReduction="20000"/>
          </a:bodyPr>
          <a:lstStyle/>
          <a:p>
            <a:pPr>
              <a:buNone/>
            </a:pPr>
            <a:r>
              <a:rPr lang="es-ES" dirty="0">
                <a:ea typeface="+mn-lt"/>
                <a:cs typeface="+mn-lt"/>
              </a:rPr>
              <a:t>Uno de los hitos más importantes en el ascenso de </a:t>
            </a:r>
            <a:r>
              <a:rPr lang="es-ES" dirty="0" err="1">
                <a:ea typeface="+mn-lt"/>
                <a:cs typeface="+mn-lt"/>
              </a:rPr>
              <a:t>Kotlin</a:t>
            </a:r>
            <a:r>
              <a:rPr lang="es-ES" dirty="0">
                <a:ea typeface="+mn-lt"/>
                <a:cs typeface="+mn-lt"/>
              </a:rPr>
              <a:t> a la prominencia se produjo en 2017, cuando Google anunció </a:t>
            </a:r>
            <a:r>
              <a:rPr lang="es-ES" dirty="0" err="1">
                <a:ea typeface="+mn-lt"/>
                <a:cs typeface="+mn-lt"/>
              </a:rPr>
              <a:t>Kotlin</a:t>
            </a:r>
            <a:r>
              <a:rPr lang="es-ES" dirty="0">
                <a:ea typeface="+mn-lt"/>
                <a:cs typeface="+mn-lt"/>
              </a:rPr>
              <a:t> como lenguaje oficial para el desarrollo de aplicaciones Android en su conferencia anual Google I/O. Este anuncio causó gran revuelo en la comunidad de desarrolladores e impulsó de inmediato a </a:t>
            </a:r>
            <a:r>
              <a:rPr lang="es-ES" dirty="0" err="1">
                <a:ea typeface="+mn-lt"/>
                <a:cs typeface="+mn-lt"/>
              </a:rPr>
              <a:t>Kotlin</a:t>
            </a:r>
            <a:r>
              <a:rPr lang="es-ES" dirty="0">
                <a:ea typeface="+mn-lt"/>
                <a:cs typeface="+mn-lt"/>
              </a:rPr>
              <a:t> al éxito general.</a:t>
            </a:r>
          </a:p>
          <a:p>
            <a:pPr>
              <a:buNone/>
            </a:pPr>
            <a:r>
              <a:rPr lang="es-ES" dirty="0">
                <a:ea typeface="+mn-lt"/>
                <a:cs typeface="+mn-lt"/>
              </a:rPr>
              <a:t>El respaldo de Google a </a:t>
            </a:r>
            <a:r>
              <a:rPr lang="es-ES" dirty="0" err="1">
                <a:ea typeface="+mn-lt"/>
                <a:cs typeface="+mn-lt"/>
              </a:rPr>
              <a:t>Kotlin</a:t>
            </a:r>
            <a:r>
              <a:rPr lang="es-ES" dirty="0">
                <a:ea typeface="+mn-lt"/>
                <a:cs typeface="+mn-lt"/>
              </a:rPr>
              <a:t> como lenguaje oficial para Android fue una prueba de las capacidades del lenguaje y su potencial para mejorar el desarrollo de aplicaciones para Android. El anuncio catapultó a </a:t>
            </a:r>
            <a:r>
              <a:rPr lang="es-ES" dirty="0" err="1">
                <a:ea typeface="+mn-lt"/>
                <a:cs typeface="+mn-lt"/>
              </a:rPr>
              <a:t>Kotlin</a:t>
            </a:r>
            <a:r>
              <a:rPr lang="es-ES" dirty="0">
                <a:ea typeface="+mn-lt"/>
                <a:cs typeface="+mn-lt"/>
              </a:rPr>
              <a:t> a la fama, exponiéndolo a millones de desarrolladores en todo el mundo y validando aún más su credibilidad como un lenguaje de programación fiable y eficiente.</a:t>
            </a:r>
          </a:p>
          <a:p>
            <a:pPr>
              <a:buNone/>
            </a:pPr>
            <a:r>
              <a:rPr lang="es-ES" dirty="0">
                <a:ea typeface="+mn-lt"/>
                <a:cs typeface="+mn-lt"/>
              </a:rPr>
              <a:t>La introducción del soporte oficial para </a:t>
            </a:r>
            <a:r>
              <a:rPr lang="es-ES" dirty="0" err="1">
                <a:ea typeface="+mn-lt"/>
                <a:cs typeface="+mn-lt"/>
              </a:rPr>
              <a:t>Kotlin</a:t>
            </a:r>
            <a:r>
              <a:rPr lang="es-ES" dirty="0">
                <a:ea typeface="+mn-lt"/>
                <a:cs typeface="+mn-lt"/>
              </a:rPr>
              <a:t> en la plataforma Android tuvo un profundo impacto en el ecosistema de desarrollo. Los desarrolladores de Android adoptaron </a:t>
            </a:r>
            <a:r>
              <a:rPr lang="es-ES" dirty="0" err="1">
                <a:ea typeface="+mn-lt"/>
                <a:cs typeface="+mn-lt"/>
              </a:rPr>
              <a:t>Kotlin</a:t>
            </a:r>
            <a:r>
              <a:rPr lang="es-ES" dirty="0">
                <a:ea typeface="+mn-lt"/>
                <a:cs typeface="+mn-lt"/>
              </a:rPr>
              <a:t> por su sintaxis concisa, su mayor legibilidad y su perfecta interoperabilidad con los códigos Java existentes. </a:t>
            </a:r>
          </a:p>
        </p:txBody>
      </p:sp>
    </p:spTree>
    <p:extLst>
      <p:ext uri="{BB962C8B-B14F-4D97-AF65-F5344CB8AC3E}">
        <p14:creationId xmlns:p14="http://schemas.microsoft.com/office/powerpoint/2010/main" val="20585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70B995-B3B4-2748-8CE5-375B1F7FD052}"/>
              </a:ext>
            </a:extLst>
          </p:cNvPr>
          <p:cNvSpPr>
            <a:spLocks noGrp="1"/>
          </p:cNvSpPr>
          <p:nvPr>
            <p:ph type="title"/>
          </p:nvPr>
        </p:nvSpPr>
        <p:spPr/>
        <p:txBody>
          <a:bodyPr/>
          <a:lstStyle/>
          <a:p>
            <a:r>
              <a:rPr lang="es-ES" dirty="0"/>
              <a:t>Casos de uso de </a:t>
            </a:r>
            <a:r>
              <a:rPr lang="es-ES" dirty="0" err="1"/>
              <a:t>Kotlin</a:t>
            </a:r>
          </a:p>
        </p:txBody>
      </p:sp>
      <p:sp>
        <p:nvSpPr>
          <p:cNvPr id="3" name="Marcador de contenido 2">
            <a:extLst>
              <a:ext uri="{FF2B5EF4-FFF2-40B4-BE49-F238E27FC236}">
                <a16:creationId xmlns:a16="http://schemas.microsoft.com/office/drawing/2014/main" id="{225959D1-04D2-AFCC-3D86-CFE584EFACAA}"/>
              </a:ext>
            </a:extLst>
          </p:cNvPr>
          <p:cNvSpPr>
            <a:spLocks noGrp="1"/>
          </p:cNvSpPr>
          <p:nvPr>
            <p:ph idx="1"/>
          </p:nvPr>
        </p:nvSpPr>
        <p:spPr/>
        <p:txBody>
          <a:bodyPr vert="horz" lIns="91440" tIns="45720" rIns="91440" bIns="45720" rtlCol="0" anchor="t">
            <a:normAutofit/>
          </a:bodyPr>
          <a:lstStyle/>
          <a:p>
            <a:r>
              <a:rPr lang="es-ES" b="1">
                <a:ea typeface="+mn-lt"/>
                <a:cs typeface="+mn-lt"/>
              </a:rPr>
              <a:t>Desarrollo de aplicaciones Android</a:t>
            </a:r>
          </a:p>
          <a:p>
            <a:r>
              <a:rPr lang="es-ES" b="1">
                <a:ea typeface="+mn-lt"/>
                <a:cs typeface="+mn-lt"/>
              </a:rPr>
              <a:t>Desarrollo del lado del servidor</a:t>
            </a:r>
            <a:endParaRPr lang="es-ES" b="1" dirty="0">
              <a:ea typeface="+mn-lt"/>
              <a:cs typeface="+mn-lt"/>
            </a:endParaRPr>
          </a:p>
          <a:p>
            <a:r>
              <a:rPr lang="es-ES" b="1">
                <a:ea typeface="+mn-lt"/>
                <a:cs typeface="+mn-lt"/>
              </a:rPr>
              <a:t>Desarrollo web</a:t>
            </a:r>
          </a:p>
          <a:p>
            <a:r>
              <a:rPr lang="es-ES" b="1">
                <a:ea typeface="+mn-lt"/>
                <a:cs typeface="+mn-lt"/>
              </a:rPr>
              <a:t>Desarrollo de aplicaciones de escritorio</a:t>
            </a:r>
            <a:endParaRPr lang="es-ES" b="1" dirty="0">
              <a:ea typeface="+mn-lt"/>
              <a:cs typeface="+mn-lt"/>
            </a:endParaRPr>
          </a:p>
          <a:p>
            <a:r>
              <a:rPr lang="es-ES" b="1">
                <a:ea typeface="+mn-lt"/>
                <a:cs typeface="+mn-lt"/>
              </a:rPr>
              <a:t>Ciencia de datos y aprendizaje automático</a:t>
            </a:r>
          </a:p>
          <a:p>
            <a:r>
              <a:rPr lang="es-ES" b="1">
                <a:ea typeface="+mn-lt"/>
                <a:cs typeface="+mn-lt"/>
              </a:rPr>
              <a:t>Desarrollo de videojuegos</a:t>
            </a:r>
            <a:endParaRPr lang="es-ES" b="1" dirty="0">
              <a:ea typeface="+mn-lt"/>
              <a:cs typeface="+mn-lt"/>
            </a:endParaRPr>
          </a:p>
        </p:txBody>
      </p:sp>
    </p:spTree>
    <p:extLst>
      <p:ext uri="{BB962C8B-B14F-4D97-AF65-F5344CB8AC3E}">
        <p14:creationId xmlns:p14="http://schemas.microsoft.com/office/powerpoint/2010/main" val="770933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A4C1C5-5967-FE4F-A6DC-296E1A7BD427}"/>
              </a:ext>
            </a:extLst>
          </p:cNvPr>
          <p:cNvSpPr>
            <a:spLocks noGrp="1"/>
          </p:cNvSpPr>
          <p:nvPr>
            <p:ph type="title"/>
          </p:nvPr>
        </p:nvSpPr>
        <p:spPr/>
        <p:txBody>
          <a:bodyPr/>
          <a:lstStyle/>
          <a:p>
            <a:r>
              <a:rPr lang="es-ES" dirty="0"/>
              <a:t>Características de </a:t>
            </a:r>
            <a:r>
              <a:rPr lang="es-ES" dirty="0" err="1"/>
              <a:t>Kotlin</a:t>
            </a:r>
          </a:p>
        </p:txBody>
      </p:sp>
      <p:sp>
        <p:nvSpPr>
          <p:cNvPr id="3" name="Marcador de contenido 2">
            <a:extLst>
              <a:ext uri="{FF2B5EF4-FFF2-40B4-BE49-F238E27FC236}">
                <a16:creationId xmlns:a16="http://schemas.microsoft.com/office/drawing/2014/main" id="{04AC33AE-0A41-97DF-F933-CBD335A0FE8D}"/>
              </a:ext>
            </a:extLst>
          </p:cNvPr>
          <p:cNvSpPr>
            <a:spLocks noGrp="1"/>
          </p:cNvSpPr>
          <p:nvPr>
            <p:ph idx="1"/>
          </p:nvPr>
        </p:nvSpPr>
        <p:spPr/>
        <p:txBody>
          <a:bodyPr vert="horz" lIns="91440" tIns="45720" rIns="91440" bIns="45720" rtlCol="0" anchor="t">
            <a:normAutofit/>
          </a:bodyPr>
          <a:lstStyle/>
          <a:p>
            <a:pPr marL="0" indent="0">
              <a:buNone/>
            </a:pPr>
            <a:r>
              <a:rPr lang="es-ES" dirty="0" err="1">
                <a:ea typeface="+mn-lt"/>
                <a:cs typeface="+mn-lt"/>
              </a:rPr>
              <a:t>Kotlin</a:t>
            </a:r>
            <a:r>
              <a:rPr lang="es-ES" dirty="0">
                <a:ea typeface="+mn-lt"/>
                <a:cs typeface="+mn-lt"/>
              </a:rPr>
              <a:t> es un lenguaje moderno, conciso y de tipado estático, totalmente interoperable con Java y diseñado para aumentar la productividad. Sus características principales incluyen seguridad nula (</a:t>
            </a:r>
            <a:r>
              <a:rPr lang="es-ES" i="1" dirty="0" err="1">
                <a:ea typeface="+mn-lt"/>
                <a:cs typeface="+mn-lt"/>
              </a:rPr>
              <a:t>null</a:t>
            </a:r>
            <a:r>
              <a:rPr lang="es-ES" i="1" dirty="0">
                <a:ea typeface="+mn-lt"/>
                <a:cs typeface="+mn-lt"/>
              </a:rPr>
              <a:t> safety</a:t>
            </a:r>
            <a:r>
              <a:rPr lang="es-ES" dirty="0">
                <a:ea typeface="+mn-lt"/>
                <a:cs typeface="+mn-lt"/>
              </a:rPr>
              <a:t>) para evitar errores comunes, sintaxis reducida, soporte para programación funcional y orientada a objetos, y compatibilidad total con la Máquina Virtual de Java (JVM).</a:t>
            </a:r>
            <a:endParaRPr lang="es-ES" dirty="0"/>
          </a:p>
        </p:txBody>
      </p:sp>
    </p:spTree>
    <p:extLst>
      <p:ext uri="{BB962C8B-B14F-4D97-AF65-F5344CB8AC3E}">
        <p14:creationId xmlns:p14="http://schemas.microsoft.com/office/powerpoint/2010/main" val="2138193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332B7-8789-3374-DB90-06CD200CBB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911570-8342-3485-5E3C-5CFC245AF368}"/>
              </a:ext>
            </a:extLst>
          </p:cNvPr>
          <p:cNvSpPr>
            <a:spLocks noGrp="1"/>
          </p:cNvSpPr>
          <p:nvPr>
            <p:ph type="title"/>
          </p:nvPr>
        </p:nvSpPr>
        <p:spPr/>
        <p:txBody>
          <a:bodyPr/>
          <a:lstStyle/>
          <a:p>
            <a:r>
              <a:rPr lang="es-ES" dirty="0"/>
              <a:t>Características de </a:t>
            </a:r>
            <a:r>
              <a:rPr lang="es-ES" dirty="0" err="1"/>
              <a:t>Kotlin</a:t>
            </a:r>
          </a:p>
        </p:txBody>
      </p:sp>
      <p:sp>
        <p:nvSpPr>
          <p:cNvPr id="3" name="Marcador de contenido 2">
            <a:extLst>
              <a:ext uri="{FF2B5EF4-FFF2-40B4-BE49-F238E27FC236}">
                <a16:creationId xmlns:a16="http://schemas.microsoft.com/office/drawing/2014/main" id="{E02C305E-4D79-BB96-4BEA-A6018D2ABC3C}"/>
              </a:ext>
            </a:extLst>
          </p:cNvPr>
          <p:cNvSpPr>
            <a:spLocks noGrp="1"/>
          </p:cNvSpPr>
          <p:nvPr>
            <p:ph idx="1"/>
          </p:nvPr>
        </p:nvSpPr>
        <p:spPr/>
        <p:txBody>
          <a:bodyPr vert="horz" lIns="91440" tIns="45720" rIns="91440" bIns="45720" rtlCol="0" anchor="t">
            <a:normAutofit lnSpcReduction="10000"/>
          </a:bodyPr>
          <a:lstStyle/>
          <a:p>
            <a:pPr>
              <a:buFont typeface="Arial"/>
              <a:buChar char="•"/>
            </a:pPr>
            <a:r>
              <a:rPr lang="es-ES" b="1" dirty="0">
                <a:ea typeface="+mn-lt"/>
                <a:cs typeface="+mn-lt"/>
              </a:rPr>
              <a:t>Interoperabilidad con Java:</a:t>
            </a:r>
            <a:r>
              <a:rPr lang="es-ES" dirty="0">
                <a:ea typeface="+mn-lt"/>
                <a:cs typeface="+mn-lt"/>
              </a:rPr>
              <a:t> </a:t>
            </a:r>
            <a:r>
              <a:rPr lang="es-ES" dirty="0" err="1">
                <a:ea typeface="+mn-lt"/>
                <a:cs typeface="+mn-lt"/>
              </a:rPr>
              <a:t>Kotlin</a:t>
            </a:r>
            <a:r>
              <a:rPr lang="es-ES" dirty="0">
                <a:ea typeface="+mn-lt"/>
                <a:cs typeface="+mn-lt"/>
              </a:rPr>
              <a:t> puede utilizar todas las bibliotecas y marcos de trabajo existentes en Java. Ambos lenguajes pueden coexistir en el mismo proyecto, lo que facilita la migración y el uso compartido de código.</a:t>
            </a:r>
            <a:endParaRPr lang="es-ES" dirty="0"/>
          </a:p>
          <a:p>
            <a:pPr>
              <a:buFont typeface="Arial"/>
              <a:buChar char="•"/>
            </a:pPr>
            <a:r>
              <a:rPr lang="es-ES" b="1" dirty="0">
                <a:ea typeface="+mn-lt"/>
                <a:cs typeface="+mn-lt"/>
              </a:rPr>
              <a:t>Seguridad Nula (</a:t>
            </a:r>
            <a:r>
              <a:rPr lang="es-ES" b="1" dirty="0" err="1">
                <a:ea typeface="+mn-lt"/>
                <a:cs typeface="+mn-lt"/>
              </a:rPr>
              <a:t>Null</a:t>
            </a:r>
            <a:r>
              <a:rPr lang="es-ES" b="1" dirty="0">
                <a:ea typeface="+mn-lt"/>
                <a:cs typeface="+mn-lt"/>
              </a:rPr>
              <a:t> Safety):</a:t>
            </a:r>
            <a:r>
              <a:rPr lang="es-ES" dirty="0">
                <a:ea typeface="+mn-lt"/>
                <a:cs typeface="+mn-lt"/>
              </a:rPr>
              <a:t> El sistema de tipos de </a:t>
            </a:r>
            <a:r>
              <a:rPr lang="es-ES" dirty="0" err="1">
                <a:ea typeface="+mn-lt"/>
                <a:cs typeface="+mn-lt"/>
              </a:rPr>
              <a:t>Kotlin</a:t>
            </a:r>
            <a:r>
              <a:rPr lang="es-ES" dirty="0">
                <a:ea typeface="+mn-lt"/>
                <a:cs typeface="+mn-lt"/>
              </a:rPr>
              <a:t> distingue entre referencias que pueden ser nulas y las que no, lo que elimina el riesgo de </a:t>
            </a:r>
            <a:r>
              <a:rPr lang="es-ES" dirty="0" err="1">
                <a:latin typeface="Consolas"/>
              </a:rPr>
              <a:t>NullPointerException</a:t>
            </a:r>
            <a:r>
              <a:rPr lang="es-ES" dirty="0">
                <a:ea typeface="+mn-lt"/>
                <a:cs typeface="+mn-lt"/>
              </a:rPr>
              <a:t>.</a:t>
            </a:r>
            <a:endParaRPr lang="es-ES" dirty="0"/>
          </a:p>
          <a:p>
            <a:pPr>
              <a:buFont typeface="Arial"/>
              <a:buChar char="•"/>
            </a:pPr>
            <a:r>
              <a:rPr lang="es-ES" b="1" dirty="0">
                <a:ea typeface="+mn-lt"/>
                <a:cs typeface="+mn-lt"/>
              </a:rPr>
              <a:t>Concisión y Legibilidad:</a:t>
            </a:r>
            <a:r>
              <a:rPr lang="es-ES" dirty="0">
                <a:ea typeface="+mn-lt"/>
                <a:cs typeface="+mn-lt"/>
              </a:rPr>
              <a:t> Permite escribir menos código comparado con Java, lo que mejora la mantenibilidad y reduce la probabilidad de errores. Por ejemplo, las </a:t>
            </a:r>
            <a:r>
              <a:rPr lang="es-ES" i="1" dirty="0">
                <a:ea typeface="+mn-lt"/>
                <a:cs typeface="+mn-lt"/>
              </a:rPr>
              <a:t>data </a:t>
            </a:r>
            <a:r>
              <a:rPr lang="es-ES" i="1" dirty="0" err="1">
                <a:ea typeface="+mn-lt"/>
                <a:cs typeface="+mn-lt"/>
              </a:rPr>
              <a:t>classes</a:t>
            </a:r>
            <a:r>
              <a:rPr lang="es-ES" dirty="0">
                <a:ea typeface="+mn-lt"/>
                <a:cs typeface="+mn-lt"/>
              </a:rPr>
              <a:t> permiten definir modelos de datos en una sola línea.</a:t>
            </a:r>
            <a:endParaRPr lang="es-ES" dirty="0"/>
          </a:p>
        </p:txBody>
      </p:sp>
    </p:spTree>
    <p:extLst>
      <p:ext uri="{BB962C8B-B14F-4D97-AF65-F5344CB8AC3E}">
        <p14:creationId xmlns:p14="http://schemas.microsoft.com/office/powerpoint/2010/main" val="2390415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ABDF-0261-342A-9650-42C300A96E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ED9388-0655-E84E-A20D-B3AF33036601}"/>
              </a:ext>
            </a:extLst>
          </p:cNvPr>
          <p:cNvSpPr>
            <a:spLocks noGrp="1"/>
          </p:cNvSpPr>
          <p:nvPr>
            <p:ph type="title"/>
          </p:nvPr>
        </p:nvSpPr>
        <p:spPr/>
        <p:txBody>
          <a:bodyPr/>
          <a:lstStyle/>
          <a:p>
            <a:r>
              <a:rPr lang="es-ES" dirty="0"/>
              <a:t>Características de </a:t>
            </a:r>
            <a:r>
              <a:rPr lang="es-ES" dirty="0" err="1"/>
              <a:t>Kotlin</a:t>
            </a:r>
          </a:p>
        </p:txBody>
      </p:sp>
      <p:sp>
        <p:nvSpPr>
          <p:cNvPr id="3" name="Marcador de contenido 2">
            <a:extLst>
              <a:ext uri="{FF2B5EF4-FFF2-40B4-BE49-F238E27FC236}">
                <a16:creationId xmlns:a16="http://schemas.microsoft.com/office/drawing/2014/main" id="{E349D3AB-A487-503D-01BA-41DE3328F480}"/>
              </a:ext>
            </a:extLst>
          </p:cNvPr>
          <p:cNvSpPr>
            <a:spLocks noGrp="1"/>
          </p:cNvSpPr>
          <p:nvPr>
            <p:ph idx="1"/>
          </p:nvPr>
        </p:nvSpPr>
        <p:spPr/>
        <p:txBody>
          <a:bodyPr vert="horz" lIns="91440" tIns="45720" rIns="91440" bIns="45720" rtlCol="0" anchor="t">
            <a:normAutofit fontScale="85000" lnSpcReduction="20000"/>
          </a:bodyPr>
          <a:lstStyle/>
          <a:p>
            <a:pPr>
              <a:buFont typeface="Arial"/>
              <a:buChar char="•"/>
            </a:pPr>
            <a:r>
              <a:rPr lang="es-ES" b="1">
                <a:ea typeface="+mn-lt"/>
                <a:cs typeface="+mn-lt"/>
              </a:rPr>
              <a:t>Inferencia de tipos:</a:t>
            </a:r>
            <a:r>
              <a:rPr lang="es-ES">
                <a:ea typeface="+mn-lt"/>
                <a:cs typeface="+mn-lt"/>
              </a:rPr>
              <a:t> No es necesario declarar explícitamente el tipo de variable en muchos casos, ya que el compilador lo infiere automáticamente.</a:t>
            </a:r>
          </a:p>
          <a:p>
            <a:pPr>
              <a:buFont typeface="Arial"/>
              <a:buChar char="•"/>
            </a:pPr>
            <a:r>
              <a:rPr lang="es-ES" b="1">
                <a:ea typeface="+mn-lt"/>
                <a:cs typeface="+mn-lt"/>
              </a:rPr>
              <a:t>Funciones de extensión:</a:t>
            </a:r>
            <a:r>
              <a:rPr lang="es-ES">
                <a:ea typeface="+mn-lt"/>
                <a:cs typeface="+mn-lt"/>
              </a:rPr>
              <a:t> Permite añadir nuevas funcionalidades a clases existentes sin necesidad de heredar de ellas.</a:t>
            </a:r>
          </a:p>
          <a:p>
            <a:pPr>
              <a:buFont typeface="Arial"/>
              <a:buChar char="•"/>
            </a:pPr>
            <a:r>
              <a:rPr lang="es-ES" b="1">
                <a:ea typeface="+mn-lt"/>
                <a:cs typeface="+mn-lt"/>
              </a:rPr>
              <a:t>Programación funcional y orientada a objetos:</a:t>
            </a:r>
            <a:r>
              <a:rPr lang="es-ES">
                <a:ea typeface="+mn-lt"/>
                <a:cs typeface="+mn-lt"/>
              </a:rPr>
              <a:t> Soporta funciones de orden superior, expresiones lambda y programación orientada a objetos, brindando flexibilidad al desarrollador.</a:t>
            </a:r>
            <a:endParaRPr lang="es-ES"/>
          </a:p>
          <a:p>
            <a:pPr>
              <a:buFont typeface="Arial"/>
              <a:buChar char="•"/>
            </a:pPr>
            <a:r>
              <a:rPr lang="es-ES" b="1" dirty="0" err="1">
                <a:ea typeface="+mn-lt"/>
                <a:cs typeface="+mn-lt"/>
              </a:rPr>
              <a:t>Corrutinas</a:t>
            </a:r>
            <a:r>
              <a:rPr lang="es-ES" b="1" dirty="0">
                <a:ea typeface="+mn-lt"/>
                <a:cs typeface="+mn-lt"/>
              </a:rPr>
              <a:t>:</a:t>
            </a:r>
            <a:r>
              <a:rPr lang="es-ES" dirty="0">
                <a:ea typeface="+mn-lt"/>
                <a:cs typeface="+mn-lt"/>
              </a:rPr>
              <a:t> Ofrece soporte nativo para </a:t>
            </a:r>
            <a:r>
              <a:rPr lang="es-ES" dirty="0" err="1">
                <a:ea typeface="+mn-lt"/>
                <a:cs typeface="+mn-lt"/>
              </a:rPr>
              <a:t>corrutinas</a:t>
            </a:r>
            <a:r>
              <a:rPr lang="es-ES" dirty="0">
                <a:ea typeface="+mn-lt"/>
                <a:cs typeface="+mn-lt"/>
              </a:rPr>
              <a:t>, lo que facilita la programación asíncrona y la gestión de tareas concurrentes de manera eficiente.</a:t>
            </a:r>
            <a:endParaRPr lang="es-ES" dirty="0"/>
          </a:p>
          <a:p>
            <a:pPr>
              <a:buFont typeface="Arial"/>
              <a:buChar char="•"/>
            </a:pPr>
            <a:r>
              <a:rPr lang="es-ES" b="1" dirty="0">
                <a:ea typeface="+mn-lt"/>
                <a:cs typeface="+mn-lt"/>
              </a:rPr>
              <a:t>Multiplataforma:</a:t>
            </a:r>
            <a:r>
              <a:rPr lang="es-ES" dirty="0">
                <a:ea typeface="+mn-lt"/>
                <a:cs typeface="+mn-lt"/>
              </a:rPr>
              <a:t> Aunque es popular en Android (siendo lenguaje oficial), </a:t>
            </a:r>
            <a:r>
              <a:rPr lang="es-ES" dirty="0" err="1">
                <a:ea typeface="+mn-lt"/>
                <a:cs typeface="+mn-lt"/>
              </a:rPr>
              <a:t>Kotlin</a:t>
            </a:r>
            <a:r>
              <a:rPr lang="es-ES" dirty="0">
                <a:ea typeface="+mn-lt"/>
                <a:cs typeface="+mn-lt"/>
              </a:rPr>
              <a:t> permite el desarrollo para la web (</a:t>
            </a:r>
            <a:r>
              <a:rPr lang="es-ES" dirty="0" err="1">
                <a:ea typeface="+mn-lt"/>
                <a:cs typeface="+mn-lt"/>
              </a:rPr>
              <a:t>frontend</a:t>
            </a:r>
            <a:r>
              <a:rPr lang="es-ES" dirty="0">
                <a:ea typeface="+mn-lt"/>
                <a:cs typeface="+mn-lt"/>
              </a:rPr>
              <a:t>/</a:t>
            </a:r>
            <a:r>
              <a:rPr lang="es-ES" dirty="0" err="1">
                <a:ea typeface="+mn-lt"/>
                <a:cs typeface="+mn-lt"/>
              </a:rPr>
              <a:t>backend</a:t>
            </a:r>
            <a:r>
              <a:rPr lang="es-ES" dirty="0">
                <a:ea typeface="+mn-lt"/>
                <a:cs typeface="+mn-lt"/>
              </a:rPr>
              <a:t>) y aplicaciones nativas. </a:t>
            </a:r>
            <a:endParaRPr lang="es-ES" dirty="0"/>
          </a:p>
        </p:txBody>
      </p:sp>
    </p:spTree>
    <p:extLst>
      <p:ext uri="{BB962C8B-B14F-4D97-AF65-F5344CB8AC3E}">
        <p14:creationId xmlns:p14="http://schemas.microsoft.com/office/powerpoint/2010/main" val="2605496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42DE0F-0E5A-C952-53A3-B00D654A16F4}"/>
              </a:ext>
            </a:extLst>
          </p:cNvPr>
          <p:cNvSpPr>
            <a:spLocks noGrp="1"/>
          </p:cNvSpPr>
          <p:nvPr>
            <p:ph type="title"/>
          </p:nvPr>
        </p:nvSpPr>
        <p:spPr/>
        <p:txBody>
          <a:bodyPr/>
          <a:lstStyle/>
          <a:p>
            <a:r>
              <a:rPr lang="es-ES"/>
              <a:t>Ventajas</a:t>
            </a:r>
          </a:p>
        </p:txBody>
      </p:sp>
      <p:sp>
        <p:nvSpPr>
          <p:cNvPr id="3" name="Marcador de contenido 2">
            <a:extLst>
              <a:ext uri="{FF2B5EF4-FFF2-40B4-BE49-F238E27FC236}">
                <a16:creationId xmlns:a16="http://schemas.microsoft.com/office/drawing/2014/main" id="{3105A782-EDAD-786A-B7ED-EB5BB62496BE}"/>
              </a:ext>
            </a:extLst>
          </p:cNvPr>
          <p:cNvSpPr>
            <a:spLocks noGrp="1"/>
          </p:cNvSpPr>
          <p:nvPr>
            <p:ph idx="1"/>
          </p:nvPr>
        </p:nvSpPr>
        <p:spPr/>
        <p:txBody>
          <a:bodyPr vert="horz" lIns="91440" tIns="45720" rIns="91440" bIns="45720" rtlCol="0" anchor="t">
            <a:normAutofit fontScale="92500"/>
          </a:bodyPr>
          <a:lstStyle/>
          <a:p>
            <a:pPr>
              <a:buFont typeface=""/>
              <a:buChar char="•"/>
            </a:pPr>
            <a:r>
              <a:rPr lang="es-ES" b="1" dirty="0"/>
              <a:t>Interoperabilidad total con Java:</a:t>
            </a:r>
            <a:r>
              <a:rPr lang="es-ES" dirty="0"/>
              <a:t> Se puede utilizar código Java existente y bibliotecas en proyectos </a:t>
            </a:r>
            <a:r>
              <a:rPr lang="es-ES" dirty="0" err="1"/>
              <a:t>Kotlin</a:t>
            </a:r>
            <a:r>
              <a:rPr lang="es-ES" dirty="0"/>
              <a:t>, lo que facilita la migración.</a:t>
            </a:r>
          </a:p>
          <a:p>
            <a:pPr>
              <a:buFont typeface=""/>
              <a:buChar char="•"/>
            </a:pPr>
            <a:r>
              <a:rPr lang="es-ES" b="1" dirty="0"/>
              <a:t>Código conciso y seguro:</a:t>
            </a:r>
            <a:r>
              <a:rPr lang="es-ES" dirty="0"/>
              <a:t> Reduce el código repetitivo (</a:t>
            </a:r>
            <a:r>
              <a:rPr lang="es-ES" i="1" dirty="0" err="1"/>
              <a:t>boilerplate</a:t>
            </a:r>
            <a:r>
              <a:rPr lang="es-ES" dirty="0"/>
              <a:t>) y minimiza errores comunes como el </a:t>
            </a:r>
            <a:r>
              <a:rPr lang="es-ES" i="1" dirty="0" err="1"/>
              <a:t>NullPointerException</a:t>
            </a:r>
            <a:r>
              <a:rPr lang="es-ES" dirty="0"/>
              <a:t>.</a:t>
            </a:r>
          </a:p>
          <a:p>
            <a:pPr>
              <a:buFont typeface=""/>
              <a:buChar char="•"/>
            </a:pPr>
            <a:r>
              <a:rPr lang="es-ES" b="1"/>
              <a:t>Soporte oficial de Android:</a:t>
            </a:r>
            <a:r>
              <a:rPr lang="es-ES"/>
              <a:t> Google lo nombró lenguaje preferido para Android, garantizando su futuro y soporte.</a:t>
            </a:r>
          </a:p>
          <a:p>
            <a:pPr>
              <a:buFont typeface=""/>
              <a:buChar char="•"/>
            </a:pPr>
            <a:r>
              <a:rPr lang="es-ES" b="1" dirty="0"/>
              <a:t>Desarrollo multiplataforma:</a:t>
            </a:r>
            <a:r>
              <a:rPr lang="es-ES" dirty="0"/>
              <a:t> Permite compartir código entre Android, iOS, web y </a:t>
            </a:r>
            <a:r>
              <a:rPr lang="es-ES" dirty="0" err="1"/>
              <a:t>backend</a:t>
            </a:r>
            <a:r>
              <a:rPr lang="es-ES" dirty="0"/>
              <a:t>.</a:t>
            </a:r>
          </a:p>
          <a:p>
            <a:pPr>
              <a:buFont typeface=""/>
              <a:buChar char="•"/>
            </a:pPr>
            <a:r>
              <a:rPr lang="es-ES" b="1"/>
              <a:t>Sintaxis moderna:</a:t>
            </a:r>
            <a:r>
              <a:rPr lang="es-ES"/>
              <a:t> Más fácil de leer y escribir, lo que aumenta la eficiencia del equipo.</a:t>
            </a:r>
            <a:endParaRPr lang="es-ES" dirty="0"/>
          </a:p>
        </p:txBody>
      </p:sp>
    </p:spTree>
    <p:extLst>
      <p:ext uri="{BB962C8B-B14F-4D97-AF65-F5344CB8AC3E}">
        <p14:creationId xmlns:p14="http://schemas.microsoft.com/office/powerpoint/2010/main" val="1734356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D00B11-C53E-7AE8-978E-6C0C9D4BFE87}"/>
              </a:ext>
            </a:extLst>
          </p:cNvPr>
          <p:cNvSpPr>
            <a:spLocks noGrp="1"/>
          </p:cNvSpPr>
          <p:nvPr>
            <p:ph type="title"/>
          </p:nvPr>
        </p:nvSpPr>
        <p:spPr/>
        <p:txBody>
          <a:bodyPr/>
          <a:lstStyle/>
          <a:p>
            <a:r>
              <a:rPr lang="es-ES"/>
              <a:t>Desventajas</a:t>
            </a:r>
          </a:p>
        </p:txBody>
      </p:sp>
      <p:sp>
        <p:nvSpPr>
          <p:cNvPr id="3" name="Marcador de contenido 2">
            <a:extLst>
              <a:ext uri="{FF2B5EF4-FFF2-40B4-BE49-F238E27FC236}">
                <a16:creationId xmlns:a16="http://schemas.microsoft.com/office/drawing/2014/main" id="{8596FB3E-5804-ED93-0CE8-479C23EA91F6}"/>
              </a:ext>
            </a:extLst>
          </p:cNvPr>
          <p:cNvSpPr>
            <a:spLocks noGrp="1"/>
          </p:cNvSpPr>
          <p:nvPr>
            <p:ph idx="1"/>
          </p:nvPr>
        </p:nvSpPr>
        <p:spPr/>
        <p:txBody>
          <a:bodyPr vert="horz" lIns="91440" tIns="45720" rIns="91440" bIns="45720" rtlCol="0" anchor="t">
            <a:normAutofit/>
          </a:bodyPr>
          <a:lstStyle/>
          <a:p>
            <a:r>
              <a:rPr lang="es-ES" b="1">
                <a:ea typeface="+mn-lt"/>
                <a:cs typeface="+mn-lt"/>
              </a:rPr>
              <a:t>Curva de aprendizaje:</a:t>
            </a:r>
            <a:r>
              <a:rPr lang="es-ES">
                <a:ea typeface="+mn-lt"/>
                <a:cs typeface="+mn-lt"/>
              </a:rPr>
              <a:t> Aunque su sintaxis es clara, requiere adaptación para desarrolladores acostumbrados a Java.</a:t>
            </a:r>
            <a:endParaRPr lang="es-ES"/>
          </a:p>
          <a:p>
            <a:r>
              <a:rPr lang="es-ES" b="1">
                <a:ea typeface="+mn-lt"/>
                <a:cs typeface="+mn-lt"/>
              </a:rPr>
              <a:t>Velocidad de compilación:</a:t>
            </a:r>
            <a:r>
              <a:rPr lang="es-ES">
                <a:ea typeface="+mn-lt"/>
                <a:cs typeface="+mn-lt"/>
              </a:rPr>
              <a:t> En ciertos escenarios, especialmente en compilaciones limpias, puede ser más lento que Java.</a:t>
            </a:r>
            <a:endParaRPr lang="es-ES"/>
          </a:p>
          <a:p>
            <a:r>
              <a:rPr lang="es-ES" b="1">
                <a:ea typeface="+mn-lt"/>
                <a:cs typeface="+mn-lt"/>
              </a:rPr>
              <a:t>Ecosistema menor que Java:</a:t>
            </a:r>
            <a:r>
              <a:rPr lang="es-ES">
                <a:ea typeface="+mn-lt"/>
                <a:cs typeface="+mn-lt"/>
              </a:rPr>
              <a:t> Aunque crece rápidamente, no tiene la misma cantidad de recursos y bibliotecas históricas que Java.</a:t>
            </a:r>
            <a:endParaRPr lang="es-ES"/>
          </a:p>
          <a:p>
            <a:r>
              <a:rPr lang="es-ES" b="1">
                <a:ea typeface="+mn-lt"/>
                <a:cs typeface="+mn-lt"/>
              </a:rPr>
              <a:t>Menor número de expertos:</a:t>
            </a:r>
            <a:r>
              <a:rPr lang="es-ES">
                <a:ea typeface="+mn-lt"/>
                <a:cs typeface="+mn-lt"/>
              </a:rPr>
              <a:t> Encontrar desarrolladores muy experimentados puede ser más difícil en comparación con Java.</a:t>
            </a:r>
            <a:endParaRPr lang="es-ES"/>
          </a:p>
        </p:txBody>
      </p:sp>
    </p:spTree>
    <p:extLst>
      <p:ext uri="{BB962C8B-B14F-4D97-AF65-F5344CB8AC3E}">
        <p14:creationId xmlns:p14="http://schemas.microsoft.com/office/powerpoint/2010/main" val="3187354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EFB317-4997-4403-CBD6-616640CB31A1}"/>
              </a:ext>
            </a:extLst>
          </p:cNvPr>
          <p:cNvSpPr>
            <a:spLocks noGrp="1"/>
          </p:cNvSpPr>
          <p:nvPr>
            <p:ph type="title"/>
          </p:nvPr>
        </p:nvSpPr>
        <p:spPr/>
        <p:txBody>
          <a:bodyPr/>
          <a:lstStyle/>
          <a:p>
            <a:r>
              <a:rPr lang="es-ES" b="1" dirty="0">
                <a:ea typeface="+mj-lt"/>
                <a:cs typeface="+mj-lt"/>
              </a:rPr>
              <a:t>Aspectos clave de Android </a:t>
            </a:r>
            <a:r>
              <a:rPr lang="es-ES" b="1" dirty="0" err="1">
                <a:ea typeface="+mj-lt"/>
                <a:cs typeface="+mj-lt"/>
              </a:rPr>
              <a:t>Kotlin</a:t>
            </a:r>
            <a:endParaRPr lang="es-ES" dirty="0" err="1"/>
          </a:p>
        </p:txBody>
      </p:sp>
      <p:sp>
        <p:nvSpPr>
          <p:cNvPr id="3" name="Marcador de contenido 2">
            <a:extLst>
              <a:ext uri="{FF2B5EF4-FFF2-40B4-BE49-F238E27FC236}">
                <a16:creationId xmlns:a16="http://schemas.microsoft.com/office/drawing/2014/main" id="{4013BB12-2389-9F15-D5EF-D062EC52C1C8}"/>
              </a:ext>
            </a:extLst>
          </p:cNvPr>
          <p:cNvSpPr>
            <a:spLocks noGrp="1"/>
          </p:cNvSpPr>
          <p:nvPr>
            <p:ph idx="1"/>
          </p:nvPr>
        </p:nvSpPr>
        <p:spPr/>
        <p:txBody>
          <a:bodyPr vert="horz" lIns="91440" tIns="45720" rIns="91440" bIns="45720" rtlCol="0" anchor="t">
            <a:normAutofit fontScale="92500" lnSpcReduction="10000"/>
          </a:bodyPr>
          <a:lstStyle/>
          <a:p>
            <a:pPr>
              <a:buFont typeface=""/>
              <a:buChar char="•"/>
            </a:pPr>
            <a:r>
              <a:rPr lang="es-ES" b="1" dirty="0"/>
              <a:t>¿Qué es?</a:t>
            </a:r>
            <a:r>
              <a:rPr lang="es-ES" dirty="0"/>
              <a:t> Un lenguaje de tipado estático, creado por </a:t>
            </a:r>
            <a:r>
              <a:rPr lang="es-ES" dirty="0" err="1"/>
              <a:t>JetBrains</a:t>
            </a:r>
            <a:r>
              <a:rPr lang="es-ES" dirty="0"/>
              <a:t>, diseñado para ser más seguro y expresivo que Java.</a:t>
            </a:r>
          </a:p>
          <a:p>
            <a:pPr>
              <a:buFont typeface=""/>
              <a:buChar char="•"/>
            </a:pPr>
            <a:r>
              <a:rPr lang="es-ES" b="1" dirty="0"/>
              <a:t>Uso en Android:</a:t>
            </a:r>
            <a:r>
              <a:rPr lang="es-ES" dirty="0"/>
              <a:t> Más del 80% de las 1000 principales aplicaciones Android utilizan </a:t>
            </a:r>
            <a:r>
              <a:rPr lang="es-ES" dirty="0" err="1"/>
              <a:t>Kotlin</a:t>
            </a:r>
            <a:r>
              <a:rPr lang="es-ES" dirty="0"/>
              <a:t>.</a:t>
            </a:r>
          </a:p>
          <a:p>
            <a:pPr marL="228600" indent="-228600">
              <a:buFont typeface=""/>
              <a:buChar char="•"/>
            </a:pPr>
            <a:r>
              <a:rPr lang="es-ES" b="1"/>
              <a:t>Ventajas principales:</a:t>
            </a:r>
          </a:p>
          <a:p>
            <a:pPr marL="685800" lvl="2" indent="-228600">
              <a:buFont typeface="Wingdings"/>
              <a:buChar char="§"/>
            </a:pPr>
            <a:r>
              <a:rPr lang="es-ES" b="1" dirty="0"/>
              <a:t>Concisión:</a:t>
            </a:r>
            <a:r>
              <a:rPr lang="es-ES" dirty="0"/>
              <a:t> Menos líneas de código (código </a:t>
            </a:r>
            <a:r>
              <a:rPr lang="es-ES" i="1" dirty="0" err="1"/>
              <a:t>boilerplate</a:t>
            </a:r>
            <a:r>
              <a:rPr lang="es-ES" dirty="0"/>
              <a:t> reducido).</a:t>
            </a:r>
          </a:p>
          <a:p>
            <a:pPr marL="685800" lvl="2" indent="-228600">
              <a:buFont typeface="Wingdings"/>
              <a:buChar char="§"/>
            </a:pPr>
            <a:r>
              <a:rPr lang="es-ES" b="1" dirty="0"/>
              <a:t>Seguridad:</a:t>
            </a:r>
            <a:r>
              <a:rPr lang="es-ES" dirty="0"/>
              <a:t> Reduce drásticamente las excepciones </a:t>
            </a:r>
            <a:r>
              <a:rPr lang="es-ES" dirty="0" err="1"/>
              <a:t>NullPointerException</a:t>
            </a:r>
            <a:r>
              <a:rPr lang="es-ES" dirty="0"/>
              <a:t>.</a:t>
            </a:r>
          </a:p>
          <a:p>
            <a:pPr marL="685800" lvl="2" indent="-228600">
              <a:buFont typeface="Wingdings"/>
              <a:buChar char="§"/>
            </a:pPr>
            <a:r>
              <a:rPr lang="es-ES" b="1"/>
              <a:t>Interoperabilidad:</a:t>
            </a:r>
            <a:r>
              <a:rPr lang="es-ES"/>
              <a:t> Funciona sin problemas con Java.</a:t>
            </a:r>
          </a:p>
          <a:p>
            <a:pPr marL="685800" lvl="2" indent="-228600">
              <a:buFont typeface="Wingdings"/>
              <a:buChar char="§"/>
            </a:pPr>
            <a:r>
              <a:rPr lang="es-ES" b="1" dirty="0" err="1"/>
              <a:t>Corrutinas</a:t>
            </a:r>
            <a:r>
              <a:rPr lang="es-ES" b="1" dirty="0"/>
              <a:t>:</a:t>
            </a:r>
            <a:r>
              <a:rPr lang="es-ES" dirty="0"/>
              <a:t> Facilitan la programación asíncrona (operaciones en segundo plano).</a:t>
            </a:r>
          </a:p>
          <a:p>
            <a:pPr>
              <a:buFont typeface=""/>
              <a:buChar char="•"/>
            </a:pPr>
            <a:r>
              <a:rPr lang="es-ES" b="1" dirty="0"/>
              <a:t>Sinónimos/Conceptos Relacionados:</a:t>
            </a:r>
            <a:r>
              <a:rPr lang="es-ES" dirty="0"/>
              <a:t> A menudo referido como "lenguaje para Android nativo", "alternativa moderna a Java", o "desarrollo móvil con </a:t>
            </a:r>
            <a:r>
              <a:rPr lang="es-ES" dirty="0" err="1"/>
              <a:t>Kotlin</a:t>
            </a:r>
            <a:r>
              <a:rPr lang="es-ES" dirty="0"/>
              <a:t>"</a:t>
            </a:r>
          </a:p>
        </p:txBody>
      </p:sp>
    </p:spTree>
    <p:extLst>
      <p:ext uri="{BB962C8B-B14F-4D97-AF65-F5344CB8AC3E}">
        <p14:creationId xmlns:p14="http://schemas.microsoft.com/office/powerpoint/2010/main" val="804936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28F786-23F1-9553-C160-DCC6EFDA593E}"/>
              </a:ext>
            </a:extLst>
          </p:cNvPr>
          <p:cNvSpPr>
            <a:spLocks noGrp="1"/>
          </p:cNvSpPr>
          <p:nvPr>
            <p:ph type="title"/>
          </p:nvPr>
        </p:nvSpPr>
        <p:spPr/>
        <p:txBody>
          <a:bodyPr/>
          <a:lstStyle/>
          <a:p>
            <a:r>
              <a:rPr lang="es-ES"/>
              <a:t>Ejemplos de uso (Casos de uso)</a:t>
            </a:r>
          </a:p>
        </p:txBody>
      </p:sp>
      <p:sp>
        <p:nvSpPr>
          <p:cNvPr id="3" name="Marcador de contenido 2">
            <a:extLst>
              <a:ext uri="{FF2B5EF4-FFF2-40B4-BE49-F238E27FC236}">
                <a16:creationId xmlns:a16="http://schemas.microsoft.com/office/drawing/2014/main" id="{9284CE40-A807-0D40-D50D-7CFDAEF4A0D1}"/>
              </a:ext>
            </a:extLst>
          </p:cNvPr>
          <p:cNvSpPr>
            <a:spLocks noGrp="1"/>
          </p:cNvSpPr>
          <p:nvPr>
            <p:ph idx="1"/>
          </p:nvPr>
        </p:nvSpPr>
        <p:spPr/>
        <p:txBody>
          <a:bodyPr vert="horz" lIns="91440" tIns="45720" rIns="91440" bIns="45720" rtlCol="0" anchor="t">
            <a:normAutofit/>
          </a:bodyPr>
          <a:lstStyle/>
          <a:p>
            <a:pPr>
              <a:buFont typeface="Arial"/>
              <a:buChar char="•"/>
            </a:pPr>
            <a:r>
              <a:rPr lang="es-ES">
                <a:ea typeface="+mn-lt"/>
                <a:cs typeface="+mn-lt"/>
              </a:rPr>
              <a:t>Desarrollo de Apps Nativas: Creación de aplicaciones para la Google Play Store, utilizando Android Studio.</a:t>
            </a:r>
            <a:endParaRPr lang="es-ES"/>
          </a:p>
          <a:p>
            <a:pPr>
              <a:buFont typeface="Arial"/>
              <a:buChar char="•"/>
            </a:pPr>
            <a:r>
              <a:rPr lang="es-ES">
                <a:ea typeface="+mn-lt"/>
                <a:cs typeface="+mn-lt"/>
              </a:rPr>
              <a:t>Desarrollo Multiplataforma: Compartir lógica de negocios entre Android, iOS, Web y Escritorio.</a:t>
            </a:r>
            <a:endParaRPr lang="es-ES"/>
          </a:p>
          <a:p>
            <a:pPr>
              <a:buFont typeface="Arial"/>
              <a:buChar char="•"/>
            </a:pPr>
            <a:r>
              <a:rPr lang="es-ES">
                <a:ea typeface="+mn-lt"/>
                <a:cs typeface="+mn-lt"/>
              </a:rPr>
              <a:t>Programación Funcional y Orientada a Objetos: Uso de lambdas y funciones de extensión para un código más limpio.</a:t>
            </a:r>
            <a:endParaRPr lang="es-ES"/>
          </a:p>
          <a:p>
            <a:pPr marL="0" indent="0">
              <a:buNone/>
            </a:pPr>
            <a:endParaRPr lang="es-ES" dirty="0"/>
          </a:p>
        </p:txBody>
      </p:sp>
    </p:spTree>
    <p:extLst>
      <p:ext uri="{BB962C8B-B14F-4D97-AF65-F5344CB8AC3E}">
        <p14:creationId xmlns:p14="http://schemas.microsoft.com/office/powerpoint/2010/main" val="1074723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F1804B-1708-6CDC-73F5-014DD2D48172}"/>
              </a:ext>
            </a:extLst>
          </p:cNvPr>
          <p:cNvSpPr>
            <a:spLocks noGrp="1"/>
          </p:cNvSpPr>
          <p:nvPr>
            <p:ph type="title"/>
          </p:nvPr>
        </p:nvSpPr>
        <p:spPr/>
        <p:txBody>
          <a:bodyPr/>
          <a:lstStyle/>
          <a:p>
            <a:r>
              <a:rPr lang="es-ES" dirty="0"/>
              <a:t>Gracias!</a:t>
            </a:r>
          </a:p>
        </p:txBody>
      </p:sp>
      <p:sp>
        <p:nvSpPr>
          <p:cNvPr id="3" name="Marcador de contenido 2">
            <a:extLst>
              <a:ext uri="{FF2B5EF4-FFF2-40B4-BE49-F238E27FC236}">
                <a16:creationId xmlns:a16="http://schemas.microsoft.com/office/drawing/2014/main" id="{FC54A14D-A9BC-3FDA-1597-39692002EC6C}"/>
              </a:ext>
            </a:extLst>
          </p:cNvPr>
          <p:cNvSpPr>
            <a:spLocks noGrp="1"/>
          </p:cNvSpPr>
          <p:nvPr>
            <p:ph type="body" idx="1"/>
          </p:nvPr>
        </p:nvSpPr>
        <p:spPr/>
        <p:txBody>
          <a:bodyPr/>
          <a:lstStyle/>
          <a:p>
            <a:endParaRPr lang="es-ES"/>
          </a:p>
        </p:txBody>
      </p:sp>
    </p:spTree>
    <p:extLst>
      <p:ext uri="{BB962C8B-B14F-4D97-AF65-F5344CB8AC3E}">
        <p14:creationId xmlns:p14="http://schemas.microsoft.com/office/powerpoint/2010/main" val="31750209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0B4D4D83D2D55546B1737CDAD57026FA" ma:contentTypeVersion="7" ma:contentTypeDescription="Crear nuevo documento." ma:contentTypeScope="" ma:versionID="a305dadf18341afe0fb62d5107be1c01">
  <xsd:schema xmlns:xsd="http://www.w3.org/2001/XMLSchema" xmlns:xs="http://www.w3.org/2001/XMLSchema" xmlns:p="http://schemas.microsoft.com/office/2006/metadata/properties" xmlns:ns2="88ed0247-0ef3-4540-a022-4129002f7747" targetNamespace="http://schemas.microsoft.com/office/2006/metadata/properties" ma:root="true" ma:fieldsID="64c10b7398facec25861e47b2e8b0b88" ns2:_="">
    <xsd:import namespace="88ed0247-0ef3-4540-a022-4129002f77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ed0247-0ef3-4540-a022-4129002f77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0BC18B-62F2-4306-AD75-6564605C3551}">
  <ds:schemaRefs>
    <ds:schemaRef ds:uri="http://schemas.microsoft.com/sharepoint/v3/contenttype/forms"/>
  </ds:schemaRefs>
</ds:datastoreItem>
</file>

<file path=customXml/itemProps2.xml><?xml version="1.0" encoding="utf-8"?>
<ds:datastoreItem xmlns:ds="http://schemas.openxmlformats.org/officeDocument/2006/customXml" ds:itemID="{31EAA3FF-1ABF-44BE-8FED-B3BCF64AA4F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C4A0DC8D-528E-452B-8D79-0277432BE0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ed0247-0ef3-4540-a022-4129002f774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14</Slides>
  <Notes>0</Notes>
  <HiddenSlides>0</HiddenSlides>
  <MMClips>0</MMClips>
  <ScaleCrop>false</ScaleCrop>
  <HeadingPairs>
    <vt:vector size="4" baseType="variant">
      <vt:variant>
        <vt:lpstr>Tema</vt:lpstr>
      </vt:variant>
      <vt:variant>
        <vt:i4>1</vt:i4>
      </vt:variant>
      <vt:variant>
        <vt:lpstr>Títulos de diapositiva</vt:lpstr>
      </vt:variant>
      <vt:variant>
        <vt:i4>14</vt:i4>
      </vt:variant>
    </vt:vector>
  </HeadingPairs>
  <TitlesOfParts>
    <vt:vector size="15" baseType="lpstr">
      <vt:lpstr>Office Theme</vt:lpstr>
      <vt:lpstr>Kotlin</vt:lpstr>
      <vt:lpstr>¿Qué es Kotlin?</vt:lpstr>
      <vt:lpstr>Historia</vt:lpstr>
      <vt:lpstr>JetBrains al rescate</vt:lpstr>
      <vt:lpstr>Soporte oficial de Android</vt:lpstr>
      <vt:lpstr>Casos de uso de Kotlin</vt:lpstr>
      <vt:lpstr>Características de Kotlin</vt:lpstr>
      <vt:lpstr>Características de Kotlin</vt:lpstr>
      <vt:lpstr>Características de Kotlin</vt:lpstr>
      <vt:lpstr>Ventajas</vt:lpstr>
      <vt:lpstr>Desventajas</vt:lpstr>
      <vt:lpstr>Aspectos clave de Android Kotlin</vt:lpstr>
      <vt:lpstr>Ejemplos de uso (Casos de uso)</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61</cp:revision>
  <dcterms:created xsi:type="dcterms:W3CDTF">2026-04-27T00:41:51Z</dcterms:created>
  <dcterms:modified xsi:type="dcterms:W3CDTF">2026-04-27T01:00:27Z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0x0101000B4D4D83D2D55546B1737CDAD57026FA</vt:lpwstr>
  </property>
</Properties>
</file>