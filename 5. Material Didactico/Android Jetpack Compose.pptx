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14E6F0-FC2E-6217-8962-FD43CDFEB59D}" v="83" dt="2026-04-26T23:18:20.5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ge Cisneros" userId="S::jorge.cisneros@utp.ac.pa::a982605d-983a-4d5b-82e5-99741f5a147d" providerId="AD" clId="Web-{A314E6F0-FC2E-6217-8962-FD43CDFEB59D}"/>
    <pc:docChg chg="mod addSld delSld modSld addMainMaster delMainMaster">
      <pc:chgData name="Jorge Cisneros" userId="S::jorge.cisneros@utp.ac.pa::a982605d-983a-4d5b-82e5-99741f5a147d" providerId="AD" clId="Web-{A314E6F0-FC2E-6217-8962-FD43CDFEB59D}" dt="2026-04-26T23:18:20.520" v="81"/>
      <pc:docMkLst>
        <pc:docMk/>
      </pc:docMkLst>
      <pc:sldChg chg="modSp mod modClrScheme chgLayout">
        <pc:chgData name="Jorge Cisneros" userId="S::jorge.cisneros@utp.ac.pa::a982605d-983a-4d5b-82e5-99741f5a147d" providerId="AD" clId="Web-{A314E6F0-FC2E-6217-8962-FD43CDFEB59D}" dt="2026-04-26T22:45:20.621" v="41"/>
        <pc:sldMkLst>
          <pc:docMk/>
          <pc:sldMk cId="2406273178" sldId="256"/>
        </pc:sldMkLst>
        <pc:spChg chg="mod ord">
          <ac:chgData name="Jorge Cisneros" userId="S::jorge.cisneros@utp.ac.pa::a982605d-983a-4d5b-82e5-99741f5a147d" providerId="AD" clId="Web-{A314E6F0-FC2E-6217-8962-FD43CDFEB59D}" dt="2026-04-26T22:45:20.621" v="41"/>
          <ac:spMkLst>
            <pc:docMk/>
            <pc:sldMk cId="2406273178" sldId="256"/>
            <ac:spMk id="2" creationId="{00000000-0000-0000-0000-000000000000}"/>
          </ac:spMkLst>
        </pc:spChg>
        <pc:spChg chg="mod ord">
          <ac:chgData name="Jorge Cisneros" userId="S::jorge.cisneros@utp.ac.pa::a982605d-983a-4d5b-82e5-99741f5a147d" providerId="AD" clId="Web-{A314E6F0-FC2E-6217-8962-FD43CDFEB59D}" dt="2026-04-26T22:45:20.621" v="41"/>
          <ac:spMkLst>
            <pc:docMk/>
            <pc:sldMk cId="2406273178" sldId="256"/>
            <ac:spMk id="3" creationId="{00000000-0000-0000-0000-000000000000}"/>
          </ac:spMkLst>
        </pc:spChg>
      </pc:sldChg>
      <pc:sldChg chg="modSp new mod modClrScheme chgLayout">
        <pc:chgData name="Jorge Cisneros" userId="S::jorge.cisneros@utp.ac.pa::a982605d-983a-4d5b-82e5-99741f5a147d" providerId="AD" clId="Web-{A314E6F0-FC2E-6217-8962-FD43CDFEB59D}" dt="2026-04-26T22:45:41.779" v="42" actId="20577"/>
        <pc:sldMkLst>
          <pc:docMk/>
          <pc:sldMk cId="3207183092" sldId="257"/>
        </pc:sldMkLst>
        <pc:spChg chg="mod ord">
          <ac:chgData name="Jorge Cisneros" userId="S::jorge.cisneros@utp.ac.pa::a982605d-983a-4d5b-82e5-99741f5a147d" providerId="AD" clId="Web-{A314E6F0-FC2E-6217-8962-FD43CDFEB59D}" dt="2026-04-26T22:45:20.621" v="41"/>
          <ac:spMkLst>
            <pc:docMk/>
            <pc:sldMk cId="3207183092" sldId="257"/>
            <ac:spMk id="2" creationId="{5245BAC8-8E88-C5F5-9C85-CCD6AA79D76F}"/>
          </ac:spMkLst>
        </pc:spChg>
        <pc:spChg chg="mod ord">
          <ac:chgData name="Jorge Cisneros" userId="S::jorge.cisneros@utp.ac.pa::a982605d-983a-4d5b-82e5-99741f5a147d" providerId="AD" clId="Web-{A314E6F0-FC2E-6217-8962-FD43CDFEB59D}" dt="2026-04-26T22:45:41.779" v="42" actId="20577"/>
          <ac:spMkLst>
            <pc:docMk/>
            <pc:sldMk cId="3207183092" sldId="257"/>
            <ac:spMk id="3" creationId="{7721F2B7-12DD-41E5-4A59-2E3B59BAF715}"/>
          </ac:spMkLst>
        </pc:spChg>
      </pc:sldChg>
      <pc:sldChg chg="modSp new">
        <pc:chgData name="Jorge Cisneros" userId="S::jorge.cisneros@utp.ac.pa::a982605d-983a-4d5b-82e5-99741f5a147d" providerId="AD" clId="Web-{A314E6F0-FC2E-6217-8962-FD43CDFEB59D}" dt="2026-04-26T22:47:03.659" v="54" actId="20577"/>
        <pc:sldMkLst>
          <pc:docMk/>
          <pc:sldMk cId="1888697679" sldId="258"/>
        </pc:sldMkLst>
        <pc:spChg chg="mod">
          <ac:chgData name="Jorge Cisneros" userId="S::jorge.cisneros@utp.ac.pa::a982605d-983a-4d5b-82e5-99741f5a147d" providerId="AD" clId="Web-{A314E6F0-FC2E-6217-8962-FD43CDFEB59D}" dt="2026-04-26T22:46:20.891" v="46" actId="20577"/>
          <ac:spMkLst>
            <pc:docMk/>
            <pc:sldMk cId="1888697679" sldId="258"/>
            <ac:spMk id="2" creationId="{8D2B0473-CDA2-07A5-D15F-9615B561B82F}"/>
          </ac:spMkLst>
        </pc:spChg>
        <pc:spChg chg="mod">
          <ac:chgData name="Jorge Cisneros" userId="S::jorge.cisneros@utp.ac.pa::a982605d-983a-4d5b-82e5-99741f5a147d" providerId="AD" clId="Web-{A314E6F0-FC2E-6217-8962-FD43CDFEB59D}" dt="2026-04-26T22:47:03.659" v="54" actId="20577"/>
          <ac:spMkLst>
            <pc:docMk/>
            <pc:sldMk cId="1888697679" sldId="258"/>
            <ac:spMk id="3" creationId="{BA963F32-5F8C-A94E-69C1-27B230B79A28}"/>
          </ac:spMkLst>
        </pc:spChg>
      </pc:sldChg>
      <pc:sldChg chg="modSp new">
        <pc:chgData name="Jorge Cisneros" userId="S::jorge.cisneros@utp.ac.pa::a982605d-983a-4d5b-82e5-99741f5a147d" providerId="AD" clId="Web-{A314E6F0-FC2E-6217-8962-FD43CDFEB59D}" dt="2026-04-26T22:47:54.552" v="60" actId="20577"/>
        <pc:sldMkLst>
          <pc:docMk/>
          <pc:sldMk cId="538631684" sldId="259"/>
        </pc:sldMkLst>
        <pc:spChg chg="mod">
          <ac:chgData name="Jorge Cisneros" userId="S::jorge.cisneros@utp.ac.pa::a982605d-983a-4d5b-82e5-99741f5a147d" providerId="AD" clId="Web-{A314E6F0-FC2E-6217-8962-FD43CDFEB59D}" dt="2026-04-26T22:47:31.395" v="56" actId="20577"/>
          <ac:spMkLst>
            <pc:docMk/>
            <pc:sldMk cId="538631684" sldId="259"/>
            <ac:spMk id="2" creationId="{9A557C60-7B10-38A9-2052-34BA0024F70F}"/>
          </ac:spMkLst>
        </pc:spChg>
        <pc:spChg chg="mod">
          <ac:chgData name="Jorge Cisneros" userId="S::jorge.cisneros@utp.ac.pa::a982605d-983a-4d5b-82e5-99741f5a147d" providerId="AD" clId="Web-{A314E6F0-FC2E-6217-8962-FD43CDFEB59D}" dt="2026-04-26T22:47:54.552" v="60" actId="20577"/>
          <ac:spMkLst>
            <pc:docMk/>
            <pc:sldMk cId="538631684" sldId="259"/>
            <ac:spMk id="3" creationId="{63DC49F1-8E0C-0C8E-6EB4-CF4BCD2C1354}"/>
          </ac:spMkLst>
        </pc:spChg>
      </pc:sldChg>
      <pc:sldChg chg="modSp new">
        <pc:chgData name="Jorge Cisneros" userId="S::jorge.cisneros@utp.ac.pa::a982605d-983a-4d5b-82e5-99741f5a147d" providerId="AD" clId="Web-{A314E6F0-FC2E-6217-8962-FD43CDFEB59D}" dt="2026-04-26T22:48:42.523" v="67" actId="20577"/>
        <pc:sldMkLst>
          <pc:docMk/>
          <pc:sldMk cId="3352190260" sldId="260"/>
        </pc:sldMkLst>
        <pc:spChg chg="mod">
          <ac:chgData name="Jorge Cisneros" userId="S::jorge.cisneros@utp.ac.pa::a982605d-983a-4d5b-82e5-99741f5a147d" providerId="AD" clId="Web-{A314E6F0-FC2E-6217-8962-FD43CDFEB59D}" dt="2026-04-26T22:48:17.194" v="62" actId="20577"/>
          <ac:spMkLst>
            <pc:docMk/>
            <pc:sldMk cId="3352190260" sldId="260"/>
            <ac:spMk id="2" creationId="{5D3F9F95-FD30-57F8-D149-3507585E09D2}"/>
          </ac:spMkLst>
        </pc:spChg>
        <pc:spChg chg="mod">
          <ac:chgData name="Jorge Cisneros" userId="S::jorge.cisneros@utp.ac.pa::a982605d-983a-4d5b-82e5-99741f5a147d" providerId="AD" clId="Web-{A314E6F0-FC2E-6217-8962-FD43CDFEB59D}" dt="2026-04-26T22:48:42.523" v="67" actId="20577"/>
          <ac:spMkLst>
            <pc:docMk/>
            <pc:sldMk cId="3352190260" sldId="260"/>
            <ac:spMk id="3" creationId="{F191DB98-663D-E6D1-9938-7957E9C0ABDA}"/>
          </ac:spMkLst>
        </pc:spChg>
      </pc:sldChg>
      <pc:sldChg chg="modSp new">
        <pc:chgData name="Jorge Cisneros" userId="S::jorge.cisneros@utp.ac.pa::a982605d-983a-4d5b-82e5-99741f5a147d" providerId="AD" clId="Web-{A314E6F0-FC2E-6217-8962-FD43CDFEB59D}" dt="2026-04-26T22:49:16.430" v="76" actId="20577"/>
        <pc:sldMkLst>
          <pc:docMk/>
          <pc:sldMk cId="2914661411" sldId="261"/>
        </pc:sldMkLst>
        <pc:spChg chg="mod">
          <ac:chgData name="Jorge Cisneros" userId="S::jorge.cisneros@utp.ac.pa::a982605d-983a-4d5b-82e5-99741f5a147d" providerId="AD" clId="Web-{A314E6F0-FC2E-6217-8962-FD43CDFEB59D}" dt="2026-04-26T22:49:09.977" v="73" actId="20577"/>
          <ac:spMkLst>
            <pc:docMk/>
            <pc:sldMk cId="2914661411" sldId="261"/>
            <ac:spMk id="2" creationId="{1CD01A90-BA62-8365-7678-D07F07ACA333}"/>
          </ac:spMkLst>
        </pc:spChg>
        <pc:spChg chg="mod">
          <ac:chgData name="Jorge Cisneros" userId="S::jorge.cisneros@utp.ac.pa::a982605d-983a-4d5b-82e5-99741f5a147d" providerId="AD" clId="Web-{A314E6F0-FC2E-6217-8962-FD43CDFEB59D}" dt="2026-04-26T22:49:16.430" v="76" actId="20577"/>
          <ac:spMkLst>
            <pc:docMk/>
            <pc:sldMk cId="2914661411" sldId="261"/>
            <ac:spMk id="3" creationId="{A6F1FF56-DF92-B107-9F9B-BF2DCCF6EC93}"/>
          </ac:spMkLst>
        </pc:spChg>
      </pc:sldChg>
      <pc:sldChg chg="modSp new del">
        <pc:chgData name="Jorge Cisneros" userId="S::jorge.cisneros@utp.ac.pa::a982605d-983a-4d5b-82e5-99741f5a147d" providerId="AD" clId="Web-{A314E6F0-FC2E-6217-8962-FD43CDFEB59D}" dt="2026-04-26T23:18:20.520" v="81"/>
        <pc:sldMkLst>
          <pc:docMk/>
          <pc:sldMk cId="4034733003" sldId="262"/>
        </pc:sldMkLst>
        <pc:spChg chg="mod">
          <ac:chgData name="Jorge Cisneros" userId="S::jorge.cisneros@utp.ac.pa::a982605d-983a-4d5b-82e5-99741f5a147d" providerId="AD" clId="Web-{A314E6F0-FC2E-6217-8962-FD43CDFEB59D}" dt="2026-04-26T23:18:18.692" v="80" actId="20577"/>
          <ac:spMkLst>
            <pc:docMk/>
            <pc:sldMk cId="4034733003" sldId="262"/>
            <ac:spMk id="2" creationId="{54F2791D-EA33-13E1-D1F2-68E5EE935B3D}"/>
          </ac:spMkLst>
        </pc:spChg>
      </pc:sldChg>
      <pc:sldMasterChg chg="del delSldLayout">
        <pc:chgData name="Jorge Cisneros" userId="S::jorge.cisneros@utp.ac.pa::a982605d-983a-4d5b-82e5-99741f5a147d" providerId="AD" clId="Web-{A314E6F0-FC2E-6217-8962-FD43CDFEB59D}" dt="2026-04-26T22:45:20.621" v="41"/>
        <pc:sldMasterMkLst>
          <pc:docMk/>
          <pc:sldMasterMk cId="2933118997" sldId="2147483648"/>
        </pc:sldMasterMkLst>
        <pc:sldLayoutChg chg="del">
          <pc:chgData name="Jorge Cisneros" userId="S::jorge.cisneros@utp.ac.pa::a982605d-983a-4d5b-82e5-99741f5a147d" providerId="AD" clId="Web-{A314E6F0-FC2E-6217-8962-FD43CDFEB59D}" dt="2026-04-26T22:45:20.621" v="41"/>
          <pc:sldLayoutMkLst>
            <pc:docMk/>
            <pc:sldMasterMk cId="2933118997" sldId="2147483648"/>
            <pc:sldLayoutMk cId="2288191458" sldId="2147483649"/>
          </pc:sldLayoutMkLst>
        </pc:sldLayoutChg>
        <pc:sldLayoutChg chg="del">
          <pc:chgData name="Jorge Cisneros" userId="S::jorge.cisneros@utp.ac.pa::a982605d-983a-4d5b-82e5-99741f5a147d" providerId="AD" clId="Web-{A314E6F0-FC2E-6217-8962-FD43CDFEB59D}" dt="2026-04-26T22:45:20.621" v="41"/>
          <pc:sldLayoutMkLst>
            <pc:docMk/>
            <pc:sldMasterMk cId="2933118997" sldId="2147483648"/>
            <pc:sldLayoutMk cId="3398174421" sldId="2147483650"/>
          </pc:sldLayoutMkLst>
        </pc:sldLayoutChg>
        <pc:sldLayoutChg chg="del">
          <pc:chgData name="Jorge Cisneros" userId="S::jorge.cisneros@utp.ac.pa::a982605d-983a-4d5b-82e5-99741f5a147d" providerId="AD" clId="Web-{A314E6F0-FC2E-6217-8962-FD43CDFEB59D}" dt="2026-04-26T22:45:20.621" v="41"/>
          <pc:sldLayoutMkLst>
            <pc:docMk/>
            <pc:sldMasterMk cId="2933118997" sldId="2147483648"/>
            <pc:sldLayoutMk cId="2339700568" sldId="2147483651"/>
          </pc:sldLayoutMkLst>
        </pc:sldLayoutChg>
        <pc:sldLayoutChg chg="del">
          <pc:chgData name="Jorge Cisneros" userId="S::jorge.cisneros@utp.ac.pa::a982605d-983a-4d5b-82e5-99741f5a147d" providerId="AD" clId="Web-{A314E6F0-FC2E-6217-8962-FD43CDFEB59D}" dt="2026-04-26T22:45:20.621" v="41"/>
          <pc:sldLayoutMkLst>
            <pc:docMk/>
            <pc:sldMasterMk cId="2933118997" sldId="2147483648"/>
            <pc:sldLayoutMk cId="979029867" sldId="2147483652"/>
          </pc:sldLayoutMkLst>
        </pc:sldLayoutChg>
        <pc:sldLayoutChg chg="del">
          <pc:chgData name="Jorge Cisneros" userId="S::jorge.cisneros@utp.ac.pa::a982605d-983a-4d5b-82e5-99741f5a147d" providerId="AD" clId="Web-{A314E6F0-FC2E-6217-8962-FD43CDFEB59D}" dt="2026-04-26T22:45:20.621" v="41"/>
          <pc:sldLayoutMkLst>
            <pc:docMk/>
            <pc:sldMasterMk cId="2933118997" sldId="2147483648"/>
            <pc:sldLayoutMk cId="1752394269" sldId="2147483653"/>
          </pc:sldLayoutMkLst>
        </pc:sldLayoutChg>
        <pc:sldLayoutChg chg="del">
          <pc:chgData name="Jorge Cisneros" userId="S::jorge.cisneros@utp.ac.pa::a982605d-983a-4d5b-82e5-99741f5a147d" providerId="AD" clId="Web-{A314E6F0-FC2E-6217-8962-FD43CDFEB59D}" dt="2026-04-26T22:45:20.621" v="41"/>
          <pc:sldLayoutMkLst>
            <pc:docMk/>
            <pc:sldMasterMk cId="2933118997" sldId="2147483648"/>
            <pc:sldLayoutMk cId="3630658609" sldId="2147483654"/>
          </pc:sldLayoutMkLst>
        </pc:sldLayoutChg>
        <pc:sldLayoutChg chg="del">
          <pc:chgData name="Jorge Cisneros" userId="S::jorge.cisneros@utp.ac.pa::a982605d-983a-4d5b-82e5-99741f5a147d" providerId="AD" clId="Web-{A314E6F0-FC2E-6217-8962-FD43CDFEB59D}" dt="2026-04-26T22:45:20.621" v="41"/>
          <pc:sldLayoutMkLst>
            <pc:docMk/>
            <pc:sldMasterMk cId="2933118997" sldId="2147483648"/>
            <pc:sldLayoutMk cId="3682375612" sldId="2147483655"/>
          </pc:sldLayoutMkLst>
        </pc:sldLayoutChg>
        <pc:sldLayoutChg chg="del">
          <pc:chgData name="Jorge Cisneros" userId="S::jorge.cisneros@utp.ac.pa::a982605d-983a-4d5b-82e5-99741f5a147d" providerId="AD" clId="Web-{A314E6F0-FC2E-6217-8962-FD43CDFEB59D}" dt="2026-04-26T22:45:20.621" v="41"/>
          <pc:sldLayoutMkLst>
            <pc:docMk/>
            <pc:sldMasterMk cId="2933118997" sldId="2147483648"/>
            <pc:sldLayoutMk cId="1360449816" sldId="2147483656"/>
          </pc:sldLayoutMkLst>
        </pc:sldLayoutChg>
        <pc:sldLayoutChg chg="del">
          <pc:chgData name="Jorge Cisneros" userId="S::jorge.cisneros@utp.ac.pa::a982605d-983a-4d5b-82e5-99741f5a147d" providerId="AD" clId="Web-{A314E6F0-FC2E-6217-8962-FD43CDFEB59D}" dt="2026-04-26T22:45:20.621" v="41"/>
          <pc:sldLayoutMkLst>
            <pc:docMk/>
            <pc:sldMasterMk cId="2933118997" sldId="2147483648"/>
            <pc:sldLayoutMk cId="383603595" sldId="2147483657"/>
          </pc:sldLayoutMkLst>
        </pc:sldLayoutChg>
        <pc:sldLayoutChg chg="del">
          <pc:chgData name="Jorge Cisneros" userId="S::jorge.cisneros@utp.ac.pa::a982605d-983a-4d5b-82e5-99741f5a147d" providerId="AD" clId="Web-{A314E6F0-FC2E-6217-8962-FD43CDFEB59D}" dt="2026-04-26T22:45:20.621" v="41"/>
          <pc:sldLayoutMkLst>
            <pc:docMk/>
            <pc:sldMasterMk cId="2933118997" sldId="2147483648"/>
            <pc:sldLayoutMk cId="541863252" sldId="2147483658"/>
          </pc:sldLayoutMkLst>
        </pc:sldLayoutChg>
        <pc:sldLayoutChg chg="del">
          <pc:chgData name="Jorge Cisneros" userId="S::jorge.cisneros@utp.ac.pa::a982605d-983a-4d5b-82e5-99741f5a147d" providerId="AD" clId="Web-{A314E6F0-FC2E-6217-8962-FD43CDFEB59D}" dt="2026-04-26T22:45:20.621" v="41"/>
          <pc:sldLayoutMkLst>
            <pc:docMk/>
            <pc:sldMasterMk cId="2933118997" sldId="2147483648"/>
            <pc:sldLayoutMk cId="2215096201" sldId="2147483659"/>
          </pc:sldLayoutMkLst>
        </pc:sldLayoutChg>
      </pc:sldMasterChg>
      <pc:sldMasterChg chg="add addSldLayout modSldLayout">
        <pc:chgData name="Jorge Cisneros" userId="S::jorge.cisneros@utp.ac.pa::a982605d-983a-4d5b-82e5-99741f5a147d" providerId="AD" clId="Web-{A314E6F0-FC2E-6217-8962-FD43CDFEB59D}" dt="2026-04-26T22:45:20.621" v="41"/>
        <pc:sldMasterMkLst>
          <pc:docMk/>
          <pc:sldMasterMk cId="2303387878" sldId="2147483660"/>
        </pc:sldMasterMkLst>
        <pc:sldLayoutChg chg="add mod replId">
          <pc:chgData name="Jorge Cisneros" userId="S::jorge.cisneros@utp.ac.pa::a982605d-983a-4d5b-82e5-99741f5a147d" providerId="AD" clId="Web-{A314E6F0-FC2E-6217-8962-FD43CDFEB59D}" dt="2026-04-26T22:45:20.621" v="41"/>
          <pc:sldLayoutMkLst>
            <pc:docMk/>
            <pc:sldMasterMk cId="2303387878" sldId="2147483660"/>
            <pc:sldLayoutMk cId="2001251329" sldId="2147483661"/>
          </pc:sldLayoutMkLst>
        </pc:sldLayoutChg>
        <pc:sldLayoutChg chg="add mod replId">
          <pc:chgData name="Jorge Cisneros" userId="S::jorge.cisneros@utp.ac.pa::a982605d-983a-4d5b-82e5-99741f5a147d" providerId="AD" clId="Web-{A314E6F0-FC2E-6217-8962-FD43CDFEB59D}" dt="2026-04-26T22:45:20.621" v="41"/>
          <pc:sldLayoutMkLst>
            <pc:docMk/>
            <pc:sldMasterMk cId="2303387878" sldId="2147483660"/>
            <pc:sldLayoutMk cId="3748810365" sldId="2147483662"/>
          </pc:sldLayoutMkLst>
        </pc:sldLayoutChg>
        <pc:sldLayoutChg chg="add mod replId">
          <pc:chgData name="Jorge Cisneros" userId="S::jorge.cisneros@utp.ac.pa::a982605d-983a-4d5b-82e5-99741f5a147d" providerId="AD" clId="Web-{A314E6F0-FC2E-6217-8962-FD43CDFEB59D}" dt="2026-04-26T22:45:20.621" v="41"/>
          <pc:sldLayoutMkLst>
            <pc:docMk/>
            <pc:sldMasterMk cId="2303387878" sldId="2147483660"/>
            <pc:sldLayoutMk cId="1091761200" sldId="2147483663"/>
          </pc:sldLayoutMkLst>
        </pc:sldLayoutChg>
        <pc:sldLayoutChg chg="add mod replId">
          <pc:chgData name="Jorge Cisneros" userId="S::jorge.cisneros@utp.ac.pa::a982605d-983a-4d5b-82e5-99741f5a147d" providerId="AD" clId="Web-{A314E6F0-FC2E-6217-8962-FD43CDFEB59D}" dt="2026-04-26T22:45:20.621" v="41"/>
          <pc:sldLayoutMkLst>
            <pc:docMk/>
            <pc:sldMasterMk cId="2303387878" sldId="2147483660"/>
            <pc:sldLayoutMk cId="1368707416" sldId="2147483664"/>
          </pc:sldLayoutMkLst>
        </pc:sldLayoutChg>
        <pc:sldLayoutChg chg="add mod replId">
          <pc:chgData name="Jorge Cisneros" userId="S::jorge.cisneros@utp.ac.pa::a982605d-983a-4d5b-82e5-99741f5a147d" providerId="AD" clId="Web-{A314E6F0-FC2E-6217-8962-FD43CDFEB59D}" dt="2026-04-26T22:45:20.621" v="41"/>
          <pc:sldLayoutMkLst>
            <pc:docMk/>
            <pc:sldMasterMk cId="2303387878" sldId="2147483660"/>
            <pc:sldLayoutMk cId="3848994008" sldId="2147483665"/>
          </pc:sldLayoutMkLst>
        </pc:sldLayoutChg>
        <pc:sldLayoutChg chg="add mod replId">
          <pc:chgData name="Jorge Cisneros" userId="S::jorge.cisneros@utp.ac.pa::a982605d-983a-4d5b-82e5-99741f5a147d" providerId="AD" clId="Web-{A314E6F0-FC2E-6217-8962-FD43CDFEB59D}" dt="2026-04-26T22:45:20.621" v="41"/>
          <pc:sldLayoutMkLst>
            <pc:docMk/>
            <pc:sldMasterMk cId="2303387878" sldId="2147483660"/>
            <pc:sldLayoutMk cId="3483873002" sldId="2147483666"/>
          </pc:sldLayoutMkLst>
        </pc:sldLayoutChg>
        <pc:sldLayoutChg chg="add mod replId">
          <pc:chgData name="Jorge Cisneros" userId="S::jorge.cisneros@utp.ac.pa::a982605d-983a-4d5b-82e5-99741f5a147d" providerId="AD" clId="Web-{A314E6F0-FC2E-6217-8962-FD43CDFEB59D}" dt="2026-04-26T22:45:20.621" v="41"/>
          <pc:sldLayoutMkLst>
            <pc:docMk/>
            <pc:sldMasterMk cId="2303387878" sldId="2147483660"/>
            <pc:sldLayoutMk cId="674628783" sldId="2147483667"/>
          </pc:sldLayoutMkLst>
        </pc:sldLayoutChg>
        <pc:sldLayoutChg chg="add mod replId">
          <pc:chgData name="Jorge Cisneros" userId="S::jorge.cisneros@utp.ac.pa::a982605d-983a-4d5b-82e5-99741f5a147d" providerId="AD" clId="Web-{A314E6F0-FC2E-6217-8962-FD43CDFEB59D}" dt="2026-04-26T22:45:20.621" v="41"/>
          <pc:sldLayoutMkLst>
            <pc:docMk/>
            <pc:sldMasterMk cId="2303387878" sldId="2147483660"/>
            <pc:sldLayoutMk cId="4040723390" sldId="2147483668"/>
          </pc:sldLayoutMkLst>
        </pc:sldLayoutChg>
        <pc:sldLayoutChg chg="add mod replId">
          <pc:chgData name="Jorge Cisneros" userId="S::jorge.cisneros@utp.ac.pa::a982605d-983a-4d5b-82e5-99741f5a147d" providerId="AD" clId="Web-{A314E6F0-FC2E-6217-8962-FD43CDFEB59D}" dt="2026-04-26T22:45:20.621" v="41"/>
          <pc:sldLayoutMkLst>
            <pc:docMk/>
            <pc:sldMasterMk cId="2303387878" sldId="2147483660"/>
            <pc:sldLayoutMk cId="1424860825" sldId="2147483669"/>
          </pc:sldLayoutMkLst>
        </pc:sldLayoutChg>
        <pc:sldLayoutChg chg="add mod replId">
          <pc:chgData name="Jorge Cisneros" userId="S::jorge.cisneros@utp.ac.pa::a982605d-983a-4d5b-82e5-99741f5a147d" providerId="AD" clId="Web-{A314E6F0-FC2E-6217-8962-FD43CDFEB59D}" dt="2026-04-26T22:45:20.621" v="41"/>
          <pc:sldLayoutMkLst>
            <pc:docMk/>
            <pc:sldMasterMk cId="2303387878" sldId="2147483660"/>
            <pc:sldLayoutMk cId="4231982795" sldId="2147483670"/>
          </pc:sldLayoutMkLst>
        </pc:sldLayoutChg>
        <pc:sldLayoutChg chg="add mod replId">
          <pc:chgData name="Jorge Cisneros" userId="S::jorge.cisneros@utp.ac.pa::a982605d-983a-4d5b-82e5-99741f5a147d" providerId="AD" clId="Web-{A314E6F0-FC2E-6217-8962-FD43CDFEB59D}" dt="2026-04-26T22:45:20.621" v="41"/>
          <pc:sldLayoutMkLst>
            <pc:docMk/>
            <pc:sldMasterMk cId="2303387878" sldId="2147483660"/>
            <pc:sldLayoutMk cId="1295273252" sldId="2147483671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251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810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761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707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994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3873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4628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723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4860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982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273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33878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medium.com/androiddevelopers/understanding-jetpack-compose-part-1-of-2-ca316fe39050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Android </a:t>
            </a:r>
            <a:r>
              <a:rPr lang="es-ES" dirty="0" err="1"/>
              <a:t>Jetpack</a:t>
            </a:r>
            <a:r>
              <a:rPr lang="es-ES" dirty="0"/>
              <a:t> </a:t>
            </a:r>
            <a:r>
              <a:rPr lang="es-ES" dirty="0" err="1"/>
              <a:t>Compose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Prof. Jorge Cisneros</a:t>
            </a:r>
          </a:p>
        </p:txBody>
      </p:sp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45BAC8-8E88-C5F5-9C85-CCD6AA79D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Qué es </a:t>
            </a:r>
            <a:r>
              <a:rPr lang="es-ES" dirty="0" err="1"/>
              <a:t>Jectpack</a:t>
            </a:r>
            <a:r>
              <a:rPr lang="es-ES" dirty="0"/>
              <a:t> </a:t>
            </a:r>
            <a:r>
              <a:rPr lang="es-ES" dirty="0" err="1"/>
              <a:t>Compose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721F2B7-12DD-41E5-4A59-2E3B59BAF7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es-ES" b="1" dirty="0" err="1">
                <a:ea typeface="+mn-lt"/>
                <a:cs typeface="+mn-lt"/>
              </a:rPr>
              <a:t>Jetpack</a:t>
            </a:r>
            <a:r>
              <a:rPr lang="es-ES" b="1" dirty="0">
                <a:ea typeface="+mn-lt"/>
                <a:cs typeface="+mn-lt"/>
              </a:rPr>
              <a:t> </a:t>
            </a:r>
            <a:r>
              <a:rPr lang="es-ES" b="1" dirty="0" err="1">
                <a:ea typeface="+mn-lt"/>
                <a:cs typeface="+mn-lt"/>
              </a:rPr>
              <a:t>Compose</a:t>
            </a:r>
            <a:r>
              <a:rPr lang="es-ES" dirty="0">
                <a:ea typeface="+mn-lt"/>
                <a:cs typeface="+mn-lt"/>
              </a:rPr>
              <a:t> es el kit de herramientas moderno y nativo de Google para construir interfaces de usuario (UI) en Android utilizando </a:t>
            </a:r>
            <a:r>
              <a:rPr lang="es-ES" dirty="0" err="1">
                <a:ea typeface="+mn-lt"/>
                <a:cs typeface="+mn-lt"/>
              </a:rPr>
              <a:t>Kotlin</a:t>
            </a:r>
            <a:r>
              <a:rPr lang="es-ES" dirty="0">
                <a:ea typeface="+mn-lt"/>
                <a:cs typeface="+mn-lt"/>
              </a:rPr>
              <a:t>. Adopta un paradigma declarativo y reactivo, lo que significa que describes cómo debe ser la interfaz y esta se actualiza automáticamente cuando cambian los datos, permitiendo crear apps con menos código y mayor rapidez. 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07183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2B0473-CDA2-07A5-D15F-9615B561B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ea typeface="+mj-lt"/>
                <a:cs typeface="+mj-lt"/>
              </a:rPr>
              <a:t>Aspectos clave de </a:t>
            </a:r>
            <a:r>
              <a:rPr lang="es-ES" b="1" dirty="0" err="1">
                <a:ea typeface="+mj-lt"/>
                <a:cs typeface="+mj-lt"/>
              </a:rPr>
              <a:t>Jetpack</a:t>
            </a:r>
            <a:r>
              <a:rPr lang="es-ES" b="1" dirty="0">
                <a:ea typeface="+mj-lt"/>
                <a:cs typeface="+mj-lt"/>
              </a:rPr>
              <a:t> </a:t>
            </a:r>
            <a:r>
              <a:rPr lang="es-ES" b="1" dirty="0" err="1">
                <a:ea typeface="+mj-lt"/>
                <a:cs typeface="+mj-lt"/>
              </a:rPr>
              <a:t>Compose</a:t>
            </a:r>
            <a:endParaRPr lang="es-ES" dirty="0" err="1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963F32-5F8C-A94E-69C1-27B230B79A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buFont typeface="Arial"/>
              <a:buChar char="•"/>
            </a:pPr>
            <a:r>
              <a:rPr lang="es-ES" b="1" dirty="0">
                <a:ea typeface="+mn-lt"/>
                <a:cs typeface="+mn-lt"/>
              </a:rPr>
              <a:t>100% </a:t>
            </a:r>
            <a:r>
              <a:rPr lang="es-ES" b="1" dirty="0" err="1">
                <a:ea typeface="+mn-lt"/>
                <a:cs typeface="+mn-lt"/>
              </a:rPr>
              <a:t>Kotlin</a:t>
            </a:r>
            <a:r>
              <a:rPr lang="es-ES" b="1" dirty="0">
                <a:ea typeface="+mn-lt"/>
                <a:cs typeface="+mn-lt"/>
              </a:rPr>
              <a:t>:</a:t>
            </a:r>
            <a:r>
              <a:rPr lang="es-ES" dirty="0">
                <a:ea typeface="+mn-lt"/>
                <a:cs typeface="+mn-lt"/>
              </a:rPr>
              <a:t> Permite crear la UI directamente en </a:t>
            </a:r>
            <a:r>
              <a:rPr lang="es-ES" dirty="0" err="1">
                <a:ea typeface="+mn-lt"/>
                <a:cs typeface="+mn-lt"/>
              </a:rPr>
              <a:t>Kotlin</a:t>
            </a:r>
            <a:r>
              <a:rPr lang="es-ES" dirty="0">
                <a:ea typeface="+mn-lt"/>
                <a:cs typeface="+mn-lt"/>
              </a:rPr>
              <a:t>, eliminando la necesidad de archivos XML.</a:t>
            </a:r>
            <a:endParaRPr lang="es-ES" dirty="0"/>
          </a:p>
          <a:p>
            <a:pPr>
              <a:buFont typeface="Arial"/>
              <a:buChar char="•"/>
            </a:pPr>
            <a:r>
              <a:rPr lang="es-ES" b="1">
                <a:ea typeface="+mn-lt"/>
                <a:cs typeface="+mn-lt"/>
              </a:rPr>
              <a:t>Paradigma Declarativo:</a:t>
            </a:r>
            <a:r>
              <a:rPr lang="es-ES">
                <a:ea typeface="+mn-lt"/>
                <a:cs typeface="+mn-lt"/>
              </a:rPr>
              <a:t> En lugar de manipular vistas manualmente (imperativo), defines qué componentes se muestran en pantalla basados en el estado actual.</a:t>
            </a:r>
            <a:endParaRPr lang="es-ES"/>
          </a:p>
          <a:p>
            <a:pPr>
              <a:buFont typeface="Arial"/>
              <a:buChar char="•"/>
            </a:pPr>
            <a:r>
              <a:rPr lang="es-ES" b="1">
                <a:ea typeface="+mn-lt"/>
                <a:cs typeface="+mn-lt"/>
              </a:rPr>
              <a:t>Menos código:</a:t>
            </a:r>
            <a:r>
              <a:rPr lang="es-ES">
                <a:ea typeface="+mn-lt"/>
                <a:cs typeface="+mn-lt"/>
              </a:rPr>
              <a:t> Simplifica la creación de UI complejas con funciones </a:t>
            </a:r>
            <a:r>
              <a:rPr lang="es-ES">
                <a:latin typeface="Consolas"/>
              </a:rPr>
              <a:t>@Composable</a:t>
            </a:r>
            <a:r>
              <a:rPr lang="es-ES">
                <a:ea typeface="+mn-lt"/>
                <a:cs typeface="+mn-lt"/>
              </a:rPr>
              <a:t> reutilizables.</a:t>
            </a:r>
            <a:endParaRPr lang="es-ES"/>
          </a:p>
          <a:p>
            <a:pPr>
              <a:buFont typeface="Arial"/>
              <a:buChar char="•"/>
            </a:pPr>
            <a:r>
              <a:rPr lang="es-ES" b="1">
                <a:ea typeface="+mn-lt"/>
                <a:cs typeface="+mn-lt"/>
              </a:rPr>
              <a:t>Compatibilidad:</a:t>
            </a:r>
            <a:r>
              <a:rPr lang="es-ES">
                <a:ea typeface="+mn-lt"/>
                <a:cs typeface="+mn-lt"/>
              </a:rPr>
              <a:t> Es totalmente compatible con el sistema de vistas tradicional (XML), permitiendo una migración gradual.</a:t>
            </a:r>
            <a:endParaRPr lang="es-ES"/>
          </a:p>
          <a:p>
            <a:pPr>
              <a:buFont typeface="Arial"/>
              <a:buChar char="•"/>
            </a:pPr>
            <a:r>
              <a:rPr lang="es-ES" b="1" dirty="0">
                <a:ea typeface="+mn-lt"/>
                <a:cs typeface="+mn-lt"/>
              </a:rPr>
              <a:t>Material </a:t>
            </a:r>
            <a:r>
              <a:rPr lang="es-ES" b="1" dirty="0" err="1">
                <a:ea typeface="+mn-lt"/>
                <a:cs typeface="+mn-lt"/>
              </a:rPr>
              <a:t>Design</a:t>
            </a:r>
            <a:r>
              <a:rPr lang="es-ES" b="1" dirty="0">
                <a:ea typeface="+mn-lt"/>
                <a:cs typeface="+mn-lt"/>
              </a:rPr>
              <a:t>:</a:t>
            </a:r>
            <a:r>
              <a:rPr lang="es-ES" dirty="0">
                <a:ea typeface="+mn-lt"/>
                <a:cs typeface="+mn-lt"/>
              </a:rPr>
              <a:t> Incluye soporte nativo para implementar componentes de Material </a:t>
            </a:r>
            <a:r>
              <a:rPr lang="es-ES" dirty="0" err="1">
                <a:ea typeface="+mn-lt"/>
                <a:cs typeface="+mn-lt"/>
              </a:rPr>
              <a:t>Design</a:t>
            </a:r>
            <a:r>
              <a:rPr lang="es-ES" dirty="0">
                <a:ea typeface="+mn-lt"/>
                <a:cs typeface="+mn-lt"/>
              </a:rPr>
              <a:t> 3.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88697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557C60-7B10-38A9-2052-34BA0024F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>
                <a:ea typeface="+mj-lt"/>
                <a:cs typeface="+mj-lt"/>
              </a:rPr>
              <a:t>Ejemplos de uso (Componentes Componibles)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DC49F1-8E0C-0C8E-6EB4-CF4BCD2C13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 b="1" dirty="0">
                <a:ea typeface="+mn-lt"/>
                <a:cs typeface="+mn-lt"/>
              </a:rPr>
              <a:t>Botones:</a:t>
            </a:r>
            <a:r>
              <a:rPr lang="es-ES" dirty="0">
                <a:ea typeface="+mn-lt"/>
                <a:cs typeface="+mn-lt"/>
              </a:rPr>
              <a:t> </a:t>
            </a:r>
            <a:r>
              <a:rPr lang="es-ES" dirty="0" err="1">
                <a:latin typeface="Consolas"/>
              </a:rPr>
              <a:t>Button</a:t>
            </a:r>
            <a:r>
              <a:rPr lang="es-ES" dirty="0">
                <a:latin typeface="Consolas"/>
              </a:rPr>
              <a:t> { ... }</a:t>
            </a:r>
            <a:r>
              <a:rPr lang="es-ES" dirty="0">
                <a:ea typeface="+mn-lt"/>
                <a:cs typeface="+mn-lt"/>
              </a:rPr>
              <a:t> para acciones.</a:t>
            </a:r>
            <a:endParaRPr lang="es-ES" dirty="0"/>
          </a:p>
          <a:p>
            <a:r>
              <a:rPr lang="es-ES" b="1">
                <a:ea typeface="+mn-lt"/>
                <a:cs typeface="+mn-lt"/>
              </a:rPr>
              <a:t>Texto:</a:t>
            </a:r>
            <a:r>
              <a:rPr lang="es-ES" dirty="0">
                <a:ea typeface="+mn-lt"/>
                <a:cs typeface="+mn-lt"/>
              </a:rPr>
              <a:t> </a:t>
            </a:r>
            <a:r>
              <a:rPr lang="es-ES">
                <a:latin typeface="Consolas"/>
              </a:rPr>
              <a:t>Text("Hola Mundo")</a:t>
            </a:r>
            <a:r>
              <a:rPr lang="es-ES">
                <a:ea typeface="+mn-lt"/>
                <a:cs typeface="+mn-lt"/>
              </a:rPr>
              <a:t> para mostrar texto.</a:t>
            </a:r>
            <a:endParaRPr lang="es-ES"/>
          </a:p>
          <a:p>
            <a:r>
              <a:rPr lang="es-ES" b="1" dirty="0">
                <a:ea typeface="+mn-lt"/>
                <a:cs typeface="+mn-lt"/>
              </a:rPr>
              <a:t>Listas:</a:t>
            </a:r>
            <a:r>
              <a:rPr lang="es-ES" dirty="0">
                <a:ea typeface="+mn-lt"/>
                <a:cs typeface="+mn-lt"/>
              </a:rPr>
              <a:t> </a:t>
            </a:r>
            <a:r>
              <a:rPr lang="es-ES" dirty="0" err="1">
                <a:latin typeface="Consolas"/>
              </a:rPr>
              <a:t>LazyColumn</a:t>
            </a:r>
            <a:r>
              <a:rPr lang="es-ES" dirty="0">
                <a:ea typeface="+mn-lt"/>
                <a:cs typeface="+mn-lt"/>
              </a:rPr>
              <a:t> para listas eficientes (equivalente a </a:t>
            </a:r>
            <a:r>
              <a:rPr lang="es-ES" dirty="0" err="1">
                <a:latin typeface="Consolas"/>
              </a:rPr>
              <a:t>RecyclerView</a:t>
            </a:r>
            <a:r>
              <a:rPr lang="es-ES" dirty="0">
                <a:ea typeface="+mn-lt"/>
                <a:cs typeface="+mn-lt"/>
              </a:rPr>
              <a:t>).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Imágenes:</a:t>
            </a:r>
            <a:r>
              <a:rPr lang="es-ES" dirty="0">
                <a:ea typeface="+mn-lt"/>
                <a:cs typeface="+mn-lt"/>
              </a:rPr>
              <a:t> </a:t>
            </a:r>
            <a:r>
              <a:rPr lang="es-ES" dirty="0" err="1">
                <a:latin typeface="Consolas"/>
              </a:rPr>
              <a:t>Image</a:t>
            </a:r>
            <a:r>
              <a:rPr lang="es-ES" dirty="0">
                <a:latin typeface="Consolas"/>
              </a:rPr>
              <a:t>(...)</a:t>
            </a:r>
            <a:r>
              <a:rPr lang="es-ES" dirty="0">
                <a:ea typeface="+mn-lt"/>
                <a:cs typeface="+mn-lt"/>
              </a:rPr>
              <a:t> para mostrar recursos gráficos.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Disposición:</a:t>
            </a:r>
            <a:r>
              <a:rPr lang="es-ES" dirty="0">
                <a:ea typeface="+mn-lt"/>
                <a:cs typeface="+mn-lt"/>
              </a:rPr>
              <a:t> </a:t>
            </a:r>
            <a:r>
              <a:rPr lang="es-ES" dirty="0" err="1">
                <a:latin typeface="Consolas"/>
              </a:rPr>
              <a:t>Row</a:t>
            </a:r>
            <a:r>
              <a:rPr lang="es-ES" dirty="0">
                <a:ea typeface="+mn-lt"/>
                <a:cs typeface="+mn-lt"/>
              </a:rPr>
              <a:t>, </a:t>
            </a:r>
            <a:r>
              <a:rPr lang="es-ES" dirty="0" err="1">
                <a:latin typeface="Consolas"/>
              </a:rPr>
              <a:t>Column</a:t>
            </a:r>
            <a:r>
              <a:rPr lang="es-ES" dirty="0">
                <a:ea typeface="+mn-lt"/>
                <a:cs typeface="+mn-lt"/>
              </a:rPr>
              <a:t>, </a:t>
            </a:r>
            <a:r>
              <a:rPr lang="es-ES" dirty="0">
                <a:latin typeface="Consolas"/>
              </a:rPr>
              <a:t>Box</a:t>
            </a:r>
            <a:r>
              <a:rPr lang="es-ES" dirty="0">
                <a:ea typeface="+mn-lt"/>
                <a:cs typeface="+mn-lt"/>
              </a:rPr>
              <a:t> para organizar elementos.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38631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3F9F95-FD30-57F8-D149-3507585E0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>
                <a:ea typeface="+mj-lt"/>
                <a:cs typeface="+mj-lt"/>
              </a:rPr>
              <a:t>Sinónimos y conceptos relacionados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91DB98-663D-E6D1-9938-7957E9C0AB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>
                <a:ea typeface="+mn-lt"/>
                <a:cs typeface="+mn-lt"/>
              </a:rPr>
              <a:t>UI Declarativa en Android.</a:t>
            </a:r>
            <a:endParaRPr lang="es-ES"/>
          </a:p>
          <a:p>
            <a:r>
              <a:rPr lang="es-ES" dirty="0">
                <a:ea typeface="+mn-lt"/>
                <a:cs typeface="+mn-lt"/>
              </a:rPr>
              <a:t>Android Modern UI </a:t>
            </a:r>
            <a:r>
              <a:rPr lang="es-ES" dirty="0" err="1">
                <a:ea typeface="+mn-lt"/>
                <a:cs typeface="+mn-lt"/>
              </a:rPr>
              <a:t>Toolkit</a:t>
            </a:r>
            <a:r>
              <a:rPr lang="es-ES" dirty="0">
                <a:ea typeface="+mn-lt"/>
                <a:cs typeface="+mn-lt"/>
              </a:rPr>
              <a:t>.</a:t>
            </a:r>
            <a:endParaRPr lang="es-ES" dirty="0"/>
          </a:p>
          <a:p>
            <a:r>
              <a:rPr lang="es-ES" dirty="0" err="1">
                <a:ea typeface="+mn-lt"/>
                <a:cs typeface="+mn-lt"/>
              </a:rPr>
              <a:t>Kotlin</a:t>
            </a:r>
            <a:r>
              <a:rPr lang="es-ES" dirty="0">
                <a:ea typeface="+mn-lt"/>
                <a:cs typeface="+mn-lt"/>
              </a:rPr>
              <a:t> </a:t>
            </a:r>
            <a:r>
              <a:rPr lang="es-ES" dirty="0" err="1">
                <a:ea typeface="+mn-lt"/>
                <a:cs typeface="+mn-lt"/>
              </a:rPr>
              <a:t>Composable</a:t>
            </a:r>
            <a:r>
              <a:rPr lang="es-ES" dirty="0">
                <a:ea typeface="+mn-lt"/>
                <a:cs typeface="+mn-lt"/>
              </a:rPr>
              <a:t> </a:t>
            </a:r>
            <a:r>
              <a:rPr lang="es-ES" dirty="0" err="1">
                <a:ea typeface="+mn-lt"/>
                <a:cs typeface="+mn-lt"/>
              </a:rPr>
              <a:t>Functions</a:t>
            </a:r>
            <a:r>
              <a:rPr lang="es-ES" dirty="0">
                <a:ea typeface="+mn-lt"/>
                <a:cs typeface="+mn-lt"/>
              </a:rPr>
              <a:t>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52190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D01A90-BA62-8365-7678-D07F07ACA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Referencias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F1FF56-DF92-B107-9F9B-BF2DCCF6EC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>
                <a:ea typeface="+mn-lt"/>
                <a:cs typeface="+mn-lt"/>
                <a:hlinkClick r:id="rId2"/>
              </a:rPr>
              <a:t>https://medium.com/androiddevelopers/understanding-jetpack-compose-part-1-of-2-ca316fe39050</a:t>
            </a:r>
            <a:endParaRPr lang="es-ES">
              <a:ea typeface="+mn-lt"/>
              <a:cs typeface="+mn-lt"/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14661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B4D4D83D2D55546B1737CDAD57026FA" ma:contentTypeVersion="7" ma:contentTypeDescription="Crear nuevo documento." ma:contentTypeScope="" ma:versionID="a305dadf18341afe0fb62d5107be1c01">
  <xsd:schema xmlns:xsd="http://www.w3.org/2001/XMLSchema" xmlns:xs="http://www.w3.org/2001/XMLSchema" xmlns:p="http://schemas.microsoft.com/office/2006/metadata/properties" xmlns:ns2="88ed0247-0ef3-4540-a022-4129002f7747" targetNamespace="http://schemas.microsoft.com/office/2006/metadata/properties" ma:root="true" ma:fieldsID="64c10b7398facec25861e47b2e8b0b88" ns2:_="">
    <xsd:import namespace="88ed0247-0ef3-4540-a022-4129002f774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ed0247-0ef3-4540-a022-4129002f774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4887178-CD81-4908-8DDC-779979E3FBD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52904B8-4C6E-42A0-A819-D37CBDA2BEC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D7B1B6CD-810C-4DDA-ADF8-8194E220F6E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8ed0247-0ef3-4540-a022-4129002f774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7" baseType="lpstr">
      <vt:lpstr>Office Theme</vt:lpstr>
      <vt:lpstr>Android Jetpack Compose</vt:lpstr>
      <vt:lpstr>Qué es Jectpack Compose</vt:lpstr>
      <vt:lpstr>Aspectos clave de Jetpack Compose</vt:lpstr>
      <vt:lpstr>Ejemplos de uso (Componentes Componibles)</vt:lpstr>
      <vt:lpstr>Sinónimos y conceptos relacionados</vt:lpstr>
      <vt:lpstr>Referencias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33</cp:revision>
  <dcterms:created xsi:type="dcterms:W3CDTF">2026-04-26T22:42:18Z</dcterms:created>
  <dcterms:modified xsi:type="dcterms:W3CDTF">2026-04-26T23:18:25Z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0x0101000B4D4D83D2D55546B1737CDAD57026FA</vt:lpwstr>
  </property>
</Properties>
</file>