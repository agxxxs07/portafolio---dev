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C6A543-6F00-F073-0A94-6B9B5147E478}" v="91" dt="2026-04-27T01:27:15.9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ge Cisneros" userId="S::jorge.cisneros@utp.ac.pa::a982605d-983a-4d5b-82e5-99741f5a147d" providerId="AD" clId="Web-{90C6A543-6F00-F073-0A94-6B9B5147E478}"/>
    <pc:docChg chg="mod addSld modSld addMainMaster delMainMaster">
      <pc:chgData name="Jorge Cisneros" userId="S::jorge.cisneros@utp.ac.pa::a982605d-983a-4d5b-82e5-99741f5a147d" providerId="AD" clId="Web-{90C6A543-6F00-F073-0A94-6B9B5147E478}" dt="2026-04-27T01:27:14.333" v="89" actId="20577"/>
      <pc:docMkLst>
        <pc:docMk/>
      </pc:docMkLst>
      <pc:sldChg chg="modSp mod modClrScheme chgLayout">
        <pc:chgData name="Jorge Cisneros" userId="S::jorge.cisneros@utp.ac.pa::a982605d-983a-4d5b-82e5-99741f5a147d" providerId="AD" clId="Web-{90C6A543-6F00-F073-0A94-6B9B5147E478}" dt="2026-04-27T01:23:26.560" v="24" actId="20577"/>
        <pc:sldMkLst>
          <pc:docMk/>
          <pc:sldMk cId="2406273178" sldId="256"/>
        </pc:sldMkLst>
        <pc:spChg chg="mod ord">
          <ac:chgData name="Jorge Cisneros" userId="S::jorge.cisneros@utp.ac.pa::a982605d-983a-4d5b-82e5-99741f5a147d" providerId="AD" clId="Web-{90C6A543-6F00-F073-0A94-6B9B5147E478}" dt="2026-04-27T01:23:20.435" v="16" actId="20577"/>
          <ac:spMkLst>
            <pc:docMk/>
            <pc:sldMk cId="2406273178" sldId="256"/>
            <ac:spMk id="2" creationId="{00000000-0000-0000-0000-000000000000}"/>
          </ac:spMkLst>
        </pc:spChg>
        <pc:spChg chg="mod ord">
          <ac:chgData name="Jorge Cisneros" userId="S::jorge.cisneros@utp.ac.pa::a982605d-983a-4d5b-82e5-99741f5a147d" providerId="AD" clId="Web-{90C6A543-6F00-F073-0A94-6B9B5147E478}" dt="2026-04-27T01:23:26.560" v="24" actId="20577"/>
          <ac:spMkLst>
            <pc:docMk/>
            <pc:sldMk cId="2406273178" sldId="256"/>
            <ac:spMk id="3" creationId="{00000000-0000-0000-0000-000000000000}"/>
          </ac:spMkLst>
        </pc:spChg>
      </pc:sldChg>
      <pc:sldChg chg="modSp new">
        <pc:chgData name="Jorge Cisneros" userId="S::jorge.cisneros@utp.ac.pa::a982605d-983a-4d5b-82e5-99741f5a147d" providerId="AD" clId="Web-{90C6A543-6F00-F073-0A94-6B9B5147E478}" dt="2026-04-27T01:24:08.858" v="49" actId="20577"/>
        <pc:sldMkLst>
          <pc:docMk/>
          <pc:sldMk cId="4009691905" sldId="257"/>
        </pc:sldMkLst>
        <pc:spChg chg="mod">
          <ac:chgData name="Jorge Cisneros" userId="S::jorge.cisneros@utp.ac.pa::a982605d-983a-4d5b-82e5-99741f5a147d" providerId="AD" clId="Web-{90C6A543-6F00-F073-0A94-6B9B5147E478}" dt="2026-04-27T01:24:08.858" v="49" actId="20577"/>
          <ac:spMkLst>
            <pc:docMk/>
            <pc:sldMk cId="4009691905" sldId="257"/>
            <ac:spMk id="2" creationId="{151CC4BA-C2C7-49B7-F57E-4A9D0EC182C5}"/>
          </ac:spMkLst>
        </pc:spChg>
        <pc:spChg chg="mod">
          <ac:chgData name="Jorge Cisneros" userId="S::jorge.cisneros@utp.ac.pa::a982605d-983a-4d5b-82e5-99741f5a147d" providerId="AD" clId="Web-{90C6A543-6F00-F073-0A94-6B9B5147E478}" dt="2026-04-27T01:23:55.826" v="29" actId="20577"/>
          <ac:spMkLst>
            <pc:docMk/>
            <pc:sldMk cId="4009691905" sldId="257"/>
            <ac:spMk id="3" creationId="{840BAB90-E5A8-98F1-C372-911DEBFFA87E}"/>
          </ac:spMkLst>
        </pc:spChg>
      </pc:sldChg>
      <pc:sldChg chg="modSp new">
        <pc:chgData name="Jorge Cisneros" userId="S::jorge.cisneros@utp.ac.pa::a982605d-983a-4d5b-82e5-99741f5a147d" providerId="AD" clId="Web-{90C6A543-6F00-F073-0A94-6B9B5147E478}" dt="2026-04-27T01:24:49.640" v="58" actId="20577"/>
        <pc:sldMkLst>
          <pc:docMk/>
          <pc:sldMk cId="1992023653" sldId="258"/>
        </pc:sldMkLst>
        <pc:spChg chg="mod">
          <ac:chgData name="Jorge Cisneros" userId="S::jorge.cisneros@utp.ac.pa::a982605d-983a-4d5b-82e5-99741f5a147d" providerId="AD" clId="Web-{90C6A543-6F00-F073-0A94-6B9B5147E478}" dt="2026-04-27T01:24:40.499" v="52" actId="20577"/>
          <ac:spMkLst>
            <pc:docMk/>
            <pc:sldMk cId="1992023653" sldId="258"/>
            <ac:spMk id="2" creationId="{5C593FC5-B9D3-035E-8713-8F45A275ECF8}"/>
          </ac:spMkLst>
        </pc:spChg>
        <pc:spChg chg="mod">
          <ac:chgData name="Jorge Cisneros" userId="S::jorge.cisneros@utp.ac.pa::a982605d-983a-4d5b-82e5-99741f5a147d" providerId="AD" clId="Web-{90C6A543-6F00-F073-0A94-6B9B5147E478}" dt="2026-04-27T01:24:49.640" v="58" actId="20577"/>
          <ac:spMkLst>
            <pc:docMk/>
            <pc:sldMk cId="1992023653" sldId="258"/>
            <ac:spMk id="3" creationId="{89651C58-8541-F30F-7A25-9413E4A57656}"/>
          </ac:spMkLst>
        </pc:spChg>
      </pc:sldChg>
      <pc:sldChg chg="modSp new">
        <pc:chgData name="Jorge Cisneros" userId="S::jorge.cisneros@utp.ac.pa::a982605d-983a-4d5b-82e5-99741f5a147d" providerId="AD" clId="Web-{90C6A543-6F00-F073-0A94-6B9B5147E478}" dt="2026-04-27T01:25:34.174" v="64" actId="20577"/>
        <pc:sldMkLst>
          <pc:docMk/>
          <pc:sldMk cId="2311115020" sldId="259"/>
        </pc:sldMkLst>
        <pc:spChg chg="mod">
          <ac:chgData name="Jorge Cisneros" userId="S::jorge.cisneros@utp.ac.pa::a982605d-983a-4d5b-82e5-99741f5a147d" providerId="AD" clId="Web-{90C6A543-6F00-F073-0A94-6B9B5147E478}" dt="2026-04-27T01:25:03.329" v="60" actId="20577"/>
          <ac:spMkLst>
            <pc:docMk/>
            <pc:sldMk cId="2311115020" sldId="259"/>
            <ac:spMk id="2" creationId="{CA7CF53D-04F6-0B40-4B0E-C59A6370E716}"/>
          </ac:spMkLst>
        </pc:spChg>
        <pc:spChg chg="mod">
          <ac:chgData name="Jorge Cisneros" userId="S::jorge.cisneros@utp.ac.pa::a982605d-983a-4d5b-82e5-99741f5a147d" providerId="AD" clId="Web-{90C6A543-6F00-F073-0A94-6B9B5147E478}" dt="2026-04-27T01:25:34.174" v="64" actId="20577"/>
          <ac:spMkLst>
            <pc:docMk/>
            <pc:sldMk cId="2311115020" sldId="259"/>
            <ac:spMk id="3" creationId="{8C9DD4CF-FD2C-C9FC-C392-666D62867A27}"/>
          </ac:spMkLst>
        </pc:spChg>
      </pc:sldChg>
      <pc:sldChg chg="modSp new">
        <pc:chgData name="Jorge Cisneros" userId="S::jorge.cisneros@utp.ac.pa::a982605d-983a-4d5b-82e5-99741f5a147d" providerId="AD" clId="Web-{90C6A543-6F00-F073-0A94-6B9B5147E478}" dt="2026-04-27T01:26:01.019" v="70" actId="20577"/>
        <pc:sldMkLst>
          <pc:docMk/>
          <pc:sldMk cId="2395580207" sldId="260"/>
        </pc:sldMkLst>
        <pc:spChg chg="mod">
          <ac:chgData name="Jorge Cisneros" userId="S::jorge.cisneros@utp.ac.pa::a982605d-983a-4d5b-82e5-99741f5a147d" providerId="AD" clId="Web-{90C6A543-6F00-F073-0A94-6B9B5147E478}" dt="2026-04-27T01:25:37.674" v="66" actId="20577"/>
          <ac:spMkLst>
            <pc:docMk/>
            <pc:sldMk cId="2395580207" sldId="260"/>
            <ac:spMk id="2" creationId="{D5F69D7A-AD5B-CFF2-4FCC-CDB55A51B43E}"/>
          </ac:spMkLst>
        </pc:spChg>
        <pc:spChg chg="mod">
          <ac:chgData name="Jorge Cisneros" userId="S::jorge.cisneros@utp.ac.pa::a982605d-983a-4d5b-82e5-99741f5a147d" providerId="AD" clId="Web-{90C6A543-6F00-F073-0A94-6B9B5147E478}" dt="2026-04-27T01:26:01.019" v="70" actId="20577"/>
          <ac:spMkLst>
            <pc:docMk/>
            <pc:sldMk cId="2395580207" sldId="260"/>
            <ac:spMk id="3" creationId="{76B944F0-819B-5F87-AF9E-CADEE80248C4}"/>
          </ac:spMkLst>
        </pc:spChg>
      </pc:sldChg>
      <pc:sldChg chg="modSp new">
        <pc:chgData name="Jorge Cisneros" userId="S::jorge.cisneros@utp.ac.pa::a982605d-983a-4d5b-82e5-99741f5a147d" providerId="AD" clId="Web-{90C6A543-6F00-F073-0A94-6B9B5147E478}" dt="2026-04-27T01:26:57.317" v="84" actId="20577"/>
        <pc:sldMkLst>
          <pc:docMk/>
          <pc:sldMk cId="612704681" sldId="261"/>
        </pc:sldMkLst>
        <pc:spChg chg="mod">
          <ac:chgData name="Jorge Cisneros" userId="S::jorge.cisneros@utp.ac.pa::a982605d-983a-4d5b-82e5-99741f5a147d" providerId="AD" clId="Web-{90C6A543-6F00-F073-0A94-6B9B5147E478}" dt="2026-04-27T01:26:50.301" v="81" actId="20577"/>
          <ac:spMkLst>
            <pc:docMk/>
            <pc:sldMk cId="612704681" sldId="261"/>
            <ac:spMk id="2" creationId="{C07032E9-1BB0-972A-8F81-001B369BEAD3}"/>
          </ac:spMkLst>
        </pc:spChg>
        <pc:spChg chg="mod">
          <ac:chgData name="Jorge Cisneros" userId="S::jorge.cisneros@utp.ac.pa::a982605d-983a-4d5b-82e5-99741f5a147d" providerId="AD" clId="Web-{90C6A543-6F00-F073-0A94-6B9B5147E478}" dt="2026-04-27T01:26:57.317" v="84" actId="20577"/>
          <ac:spMkLst>
            <pc:docMk/>
            <pc:sldMk cId="612704681" sldId="261"/>
            <ac:spMk id="3" creationId="{384161F8-64F8-D68A-2774-C0C3F1986C57}"/>
          </ac:spMkLst>
        </pc:spChg>
      </pc:sldChg>
      <pc:sldChg chg="modSp new mod modClrScheme chgLayout">
        <pc:chgData name="Jorge Cisneros" userId="S::jorge.cisneros@utp.ac.pa::a982605d-983a-4d5b-82e5-99741f5a147d" providerId="AD" clId="Web-{90C6A543-6F00-F073-0A94-6B9B5147E478}" dt="2026-04-27T01:27:14.333" v="89" actId="20577"/>
        <pc:sldMkLst>
          <pc:docMk/>
          <pc:sldMk cId="892349034" sldId="262"/>
        </pc:sldMkLst>
        <pc:spChg chg="mod ord">
          <ac:chgData name="Jorge Cisneros" userId="S::jorge.cisneros@utp.ac.pa::a982605d-983a-4d5b-82e5-99741f5a147d" providerId="AD" clId="Web-{90C6A543-6F00-F073-0A94-6B9B5147E478}" dt="2026-04-27T01:27:14.333" v="89" actId="20577"/>
          <ac:spMkLst>
            <pc:docMk/>
            <pc:sldMk cId="892349034" sldId="262"/>
            <ac:spMk id="2" creationId="{66062610-2F8E-863C-6C11-020ECC56BCD6}"/>
          </ac:spMkLst>
        </pc:spChg>
        <pc:spChg chg="mod ord">
          <ac:chgData name="Jorge Cisneros" userId="S::jorge.cisneros@utp.ac.pa::a982605d-983a-4d5b-82e5-99741f5a147d" providerId="AD" clId="Web-{90C6A543-6F00-F073-0A94-6B9B5147E478}" dt="2026-04-27T01:27:10.333" v="86"/>
          <ac:spMkLst>
            <pc:docMk/>
            <pc:sldMk cId="892349034" sldId="262"/>
            <ac:spMk id="3" creationId="{EE2F6DA1-3C26-7F95-B789-80263955E59D}"/>
          </ac:spMkLst>
        </pc:spChg>
      </pc:sldChg>
      <pc:sldMasterChg chg="add del addSldLayout delSldLayout">
        <pc:chgData name="Jorge Cisneros" userId="S::jorge.cisneros@utp.ac.pa::a982605d-983a-4d5b-82e5-99741f5a147d" providerId="AD" clId="Web-{90C6A543-6F00-F073-0A94-6B9B5147E478}" dt="2026-04-27T01:23:10.981" v="2"/>
        <pc:sldMasterMkLst>
          <pc:docMk/>
          <pc:sldMasterMk cId="2933118997" sldId="2147483648"/>
        </pc:sldMasterMkLst>
        <pc:sldLayoutChg chg="add del">
          <pc:chgData name="Jorge Cisneros" userId="S::jorge.cisneros@utp.ac.pa::a982605d-983a-4d5b-82e5-99741f5a147d" providerId="AD" clId="Web-{90C6A543-6F00-F073-0A94-6B9B5147E478}" dt="2026-04-27T01:23:10.981" v="2"/>
          <pc:sldLayoutMkLst>
            <pc:docMk/>
            <pc:sldMasterMk cId="2933118997" sldId="2147483648"/>
            <pc:sldLayoutMk cId="2288191458" sldId="2147483649"/>
          </pc:sldLayoutMkLst>
        </pc:sldLayoutChg>
        <pc:sldLayoutChg chg="add del">
          <pc:chgData name="Jorge Cisneros" userId="S::jorge.cisneros@utp.ac.pa::a982605d-983a-4d5b-82e5-99741f5a147d" providerId="AD" clId="Web-{90C6A543-6F00-F073-0A94-6B9B5147E478}" dt="2026-04-27T01:23:10.981" v="2"/>
          <pc:sldLayoutMkLst>
            <pc:docMk/>
            <pc:sldMasterMk cId="2933118997" sldId="2147483648"/>
            <pc:sldLayoutMk cId="3398174421" sldId="2147483650"/>
          </pc:sldLayoutMkLst>
        </pc:sldLayoutChg>
        <pc:sldLayoutChg chg="add del">
          <pc:chgData name="Jorge Cisneros" userId="S::jorge.cisneros@utp.ac.pa::a982605d-983a-4d5b-82e5-99741f5a147d" providerId="AD" clId="Web-{90C6A543-6F00-F073-0A94-6B9B5147E478}" dt="2026-04-27T01:23:10.981" v="2"/>
          <pc:sldLayoutMkLst>
            <pc:docMk/>
            <pc:sldMasterMk cId="2933118997" sldId="2147483648"/>
            <pc:sldLayoutMk cId="2339700568" sldId="2147483651"/>
          </pc:sldLayoutMkLst>
        </pc:sldLayoutChg>
        <pc:sldLayoutChg chg="add del">
          <pc:chgData name="Jorge Cisneros" userId="S::jorge.cisneros@utp.ac.pa::a982605d-983a-4d5b-82e5-99741f5a147d" providerId="AD" clId="Web-{90C6A543-6F00-F073-0A94-6B9B5147E478}" dt="2026-04-27T01:23:10.981" v="2"/>
          <pc:sldLayoutMkLst>
            <pc:docMk/>
            <pc:sldMasterMk cId="2933118997" sldId="2147483648"/>
            <pc:sldLayoutMk cId="979029867" sldId="2147483652"/>
          </pc:sldLayoutMkLst>
        </pc:sldLayoutChg>
        <pc:sldLayoutChg chg="add del">
          <pc:chgData name="Jorge Cisneros" userId="S::jorge.cisneros@utp.ac.pa::a982605d-983a-4d5b-82e5-99741f5a147d" providerId="AD" clId="Web-{90C6A543-6F00-F073-0A94-6B9B5147E478}" dt="2026-04-27T01:23:10.981" v="2"/>
          <pc:sldLayoutMkLst>
            <pc:docMk/>
            <pc:sldMasterMk cId="2933118997" sldId="2147483648"/>
            <pc:sldLayoutMk cId="1752394269" sldId="2147483653"/>
          </pc:sldLayoutMkLst>
        </pc:sldLayoutChg>
        <pc:sldLayoutChg chg="add del">
          <pc:chgData name="Jorge Cisneros" userId="S::jorge.cisneros@utp.ac.pa::a982605d-983a-4d5b-82e5-99741f5a147d" providerId="AD" clId="Web-{90C6A543-6F00-F073-0A94-6B9B5147E478}" dt="2026-04-27T01:23:10.981" v="2"/>
          <pc:sldLayoutMkLst>
            <pc:docMk/>
            <pc:sldMasterMk cId="2933118997" sldId="2147483648"/>
            <pc:sldLayoutMk cId="3630658609" sldId="2147483654"/>
          </pc:sldLayoutMkLst>
        </pc:sldLayoutChg>
        <pc:sldLayoutChg chg="add del">
          <pc:chgData name="Jorge Cisneros" userId="S::jorge.cisneros@utp.ac.pa::a982605d-983a-4d5b-82e5-99741f5a147d" providerId="AD" clId="Web-{90C6A543-6F00-F073-0A94-6B9B5147E478}" dt="2026-04-27T01:23:10.981" v="2"/>
          <pc:sldLayoutMkLst>
            <pc:docMk/>
            <pc:sldMasterMk cId="2933118997" sldId="2147483648"/>
            <pc:sldLayoutMk cId="3682375612" sldId="2147483655"/>
          </pc:sldLayoutMkLst>
        </pc:sldLayoutChg>
        <pc:sldLayoutChg chg="add del">
          <pc:chgData name="Jorge Cisneros" userId="S::jorge.cisneros@utp.ac.pa::a982605d-983a-4d5b-82e5-99741f5a147d" providerId="AD" clId="Web-{90C6A543-6F00-F073-0A94-6B9B5147E478}" dt="2026-04-27T01:23:10.981" v="2"/>
          <pc:sldLayoutMkLst>
            <pc:docMk/>
            <pc:sldMasterMk cId="2933118997" sldId="2147483648"/>
            <pc:sldLayoutMk cId="1360449816" sldId="2147483656"/>
          </pc:sldLayoutMkLst>
        </pc:sldLayoutChg>
        <pc:sldLayoutChg chg="add del">
          <pc:chgData name="Jorge Cisneros" userId="S::jorge.cisneros@utp.ac.pa::a982605d-983a-4d5b-82e5-99741f5a147d" providerId="AD" clId="Web-{90C6A543-6F00-F073-0A94-6B9B5147E478}" dt="2026-04-27T01:23:10.981" v="2"/>
          <pc:sldLayoutMkLst>
            <pc:docMk/>
            <pc:sldMasterMk cId="2933118997" sldId="2147483648"/>
            <pc:sldLayoutMk cId="383603595" sldId="2147483657"/>
          </pc:sldLayoutMkLst>
        </pc:sldLayoutChg>
        <pc:sldLayoutChg chg="add del">
          <pc:chgData name="Jorge Cisneros" userId="S::jorge.cisneros@utp.ac.pa::a982605d-983a-4d5b-82e5-99741f5a147d" providerId="AD" clId="Web-{90C6A543-6F00-F073-0A94-6B9B5147E478}" dt="2026-04-27T01:23:10.981" v="2"/>
          <pc:sldLayoutMkLst>
            <pc:docMk/>
            <pc:sldMasterMk cId="2933118997" sldId="2147483648"/>
            <pc:sldLayoutMk cId="541863252" sldId="2147483658"/>
          </pc:sldLayoutMkLst>
        </pc:sldLayoutChg>
        <pc:sldLayoutChg chg="add del">
          <pc:chgData name="Jorge Cisneros" userId="S::jorge.cisneros@utp.ac.pa::a982605d-983a-4d5b-82e5-99741f5a147d" providerId="AD" clId="Web-{90C6A543-6F00-F073-0A94-6B9B5147E478}" dt="2026-04-27T01:23:10.981" v="2"/>
          <pc:sldLayoutMkLst>
            <pc:docMk/>
            <pc:sldMasterMk cId="2933118997" sldId="2147483648"/>
            <pc:sldLayoutMk cId="2215096201" sldId="2147483659"/>
          </pc:sldLayoutMkLst>
        </pc:sldLayoutChg>
      </pc:sldMasterChg>
      <pc:sldMasterChg chg="add del addSldLayout delSldLayout modSldLayout">
        <pc:chgData name="Jorge Cisneros" userId="S::jorge.cisneros@utp.ac.pa::a982605d-983a-4d5b-82e5-99741f5a147d" providerId="AD" clId="Web-{90C6A543-6F00-F073-0A94-6B9B5147E478}" dt="2026-04-27T01:23:09.262" v="1"/>
        <pc:sldMasterMkLst>
          <pc:docMk/>
          <pc:sldMasterMk cId="1311575627" sldId="2147483660"/>
        </pc:sldMasterMkLst>
        <pc:sldLayoutChg chg="add del mod replId">
          <pc:chgData name="Jorge Cisneros" userId="S::jorge.cisneros@utp.ac.pa::a982605d-983a-4d5b-82e5-99741f5a147d" providerId="AD" clId="Web-{90C6A543-6F00-F073-0A94-6B9B5147E478}" dt="2026-04-27T01:23:09.262" v="1"/>
          <pc:sldLayoutMkLst>
            <pc:docMk/>
            <pc:sldMasterMk cId="1311575627" sldId="2147483660"/>
            <pc:sldLayoutMk cId="1554256945" sldId="2147483661"/>
          </pc:sldLayoutMkLst>
        </pc:sldLayoutChg>
        <pc:sldLayoutChg chg="add del mod replId">
          <pc:chgData name="Jorge Cisneros" userId="S::jorge.cisneros@utp.ac.pa::a982605d-983a-4d5b-82e5-99741f5a147d" providerId="AD" clId="Web-{90C6A543-6F00-F073-0A94-6B9B5147E478}" dt="2026-04-27T01:23:09.262" v="1"/>
          <pc:sldLayoutMkLst>
            <pc:docMk/>
            <pc:sldMasterMk cId="1311575627" sldId="2147483660"/>
            <pc:sldLayoutMk cId="3295560169" sldId="2147483662"/>
          </pc:sldLayoutMkLst>
        </pc:sldLayoutChg>
        <pc:sldLayoutChg chg="add del mod replId">
          <pc:chgData name="Jorge Cisneros" userId="S::jorge.cisneros@utp.ac.pa::a982605d-983a-4d5b-82e5-99741f5a147d" providerId="AD" clId="Web-{90C6A543-6F00-F073-0A94-6B9B5147E478}" dt="2026-04-27T01:23:09.262" v="1"/>
          <pc:sldLayoutMkLst>
            <pc:docMk/>
            <pc:sldMasterMk cId="1311575627" sldId="2147483660"/>
            <pc:sldLayoutMk cId="2289689920" sldId="2147483663"/>
          </pc:sldLayoutMkLst>
        </pc:sldLayoutChg>
        <pc:sldLayoutChg chg="add del mod replId">
          <pc:chgData name="Jorge Cisneros" userId="S::jorge.cisneros@utp.ac.pa::a982605d-983a-4d5b-82e5-99741f5a147d" providerId="AD" clId="Web-{90C6A543-6F00-F073-0A94-6B9B5147E478}" dt="2026-04-27T01:23:09.262" v="1"/>
          <pc:sldLayoutMkLst>
            <pc:docMk/>
            <pc:sldMasterMk cId="1311575627" sldId="2147483660"/>
            <pc:sldLayoutMk cId="1517605184" sldId="2147483664"/>
          </pc:sldLayoutMkLst>
        </pc:sldLayoutChg>
        <pc:sldLayoutChg chg="add del mod replId">
          <pc:chgData name="Jorge Cisneros" userId="S::jorge.cisneros@utp.ac.pa::a982605d-983a-4d5b-82e5-99741f5a147d" providerId="AD" clId="Web-{90C6A543-6F00-F073-0A94-6B9B5147E478}" dt="2026-04-27T01:23:09.262" v="1"/>
          <pc:sldLayoutMkLst>
            <pc:docMk/>
            <pc:sldMasterMk cId="1311575627" sldId="2147483660"/>
            <pc:sldLayoutMk cId="448823076" sldId="2147483665"/>
          </pc:sldLayoutMkLst>
        </pc:sldLayoutChg>
        <pc:sldLayoutChg chg="add del mod replId">
          <pc:chgData name="Jorge Cisneros" userId="S::jorge.cisneros@utp.ac.pa::a982605d-983a-4d5b-82e5-99741f5a147d" providerId="AD" clId="Web-{90C6A543-6F00-F073-0A94-6B9B5147E478}" dt="2026-04-27T01:23:09.262" v="1"/>
          <pc:sldLayoutMkLst>
            <pc:docMk/>
            <pc:sldMasterMk cId="1311575627" sldId="2147483660"/>
            <pc:sldLayoutMk cId="536223055" sldId="2147483666"/>
          </pc:sldLayoutMkLst>
        </pc:sldLayoutChg>
        <pc:sldLayoutChg chg="add del mod replId">
          <pc:chgData name="Jorge Cisneros" userId="S::jorge.cisneros@utp.ac.pa::a982605d-983a-4d5b-82e5-99741f5a147d" providerId="AD" clId="Web-{90C6A543-6F00-F073-0A94-6B9B5147E478}" dt="2026-04-27T01:23:09.262" v="1"/>
          <pc:sldLayoutMkLst>
            <pc:docMk/>
            <pc:sldMasterMk cId="1311575627" sldId="2147483660"/>
            <pc:sldLayoutMk cId="2912430652" sldId="2147483667"/>
          </pc:sldLayoutMkLst>
        </pc:sldLayoutChg>
        <pc:sldLayoutChg chg="add del mod replId">
          <pc:chgData name="Jorge Cisneros" userId="S::jorge.cisneros@utp.ac.pa::a982605d-983a-4d5b-82e5-99741f5a147d" providerId="AD" clId="Web-{90C6A543-6F00-F073-0A94-6B9B5147E478}" dt="2026-04-27T01:23:09.262" v="1"/>
          <pc:sldLayoutMkLst>
            <pc:docMk/>
            <pc:sldMasterMk cId="1311575627" sldId="2147483660"/>
            <pc:sldLayoutMk cId="2610858831" sldId="2147483668"/>
          </pc:sldLayoutMkLst>
        </pc:sldLayoutChg>
        <pc:sldLayoutChg chg="add del mod replId">
          <pc:chgData name="Jorge Cisneros" userId="S::jorge.cisneros@utp.ac.pa::a982605d-983a-4d5b-82e5-99741f5a147d" providerId="AD" clId="Web-{90C6A543-6F00-F073-0A94-6B9B5147E478}" dt="2026-04-27T01:23:09.262" v="1"/>
          <pc:sldLayoutMkLst>
            <pc:docMk/>
            <pc:sldMasterMk cId="1311575627" sldId="2147483660"/>
            <pc:sldLayoutMk cId="3556718965" sldId="2147483669"/>
          </pc:sldLayoutMkLst>
        </pc:sldLayoutChg>
        <pc:sldLayoutChg chg="add del mod replId">
          <pc:chgData name="Jorge Cisneros" userId="S::jorge.cisneros@utp.ac.pa::a982605d-983a-4d5b-82e5-99741f5a147d" providerId="AD" clId="Web-{90C6A543-6F00-F073-0A94-6B9B5147E478}" dt="2026-04-27T01:23:09.262" v="1"/>
          <pc:sldLayoutMkLst>
            <pc:docMk/>
            <pc:sldMasterMk cId="1311575627" sldId="2147483660"/>
            <pc:sldLayoutMk cId="3259163283" sldId="2147483670"/>
          </pc:sldLayoutMkLst>
        </pc:sldLayoutChg>
        <pc:sldLayoutChg chg="add del mod replId">
          <pc:chgData name="Jorge Cisneros" userId="S::jorge.cisneros@utp.ac.pa::a982605d-983a-4d5b-82e5-99741f5a147d" providerId="AD" clId="Web-{90C6A543-6F00-F073-0A94-6B9B5147E478}" dt="2026-04-27T01:23:09.262" v="1"/>
          <pc:sldLayoutMkLst>
            <pc:docMk/>
            <pc:sldMasterMk cId="1311575627" sldId="2147483660"/>
            <pc:sldLayoutMk cId="3121929845" sldId="2147483671"/>
          </pc:sldLayoutMkLst>
        </pc:sldLayoutChg>
      </pc:sldMasterChg>
      <pc:sldMasterChg chg="add addSldLayout modSldLayout">
        <pc:chgData name="Jorge Cisneros" userId="S::jorge.cisneros@utp.ac.pa::a982605d-983a-4d5b-82e5-99741f5a147d" providerId="AD" clId="Web-{90C6A543-6F00-F073-0A94-6B9B5147E478}" dt="2026-04-27T01:23:10.981" v="2"/>
        <pc:sldMasterMkLst>
          <pc:docMk/>
          <pc:sldMasterMk cId="1685191678" sldId="2147483660"/>
        </pc:sldMasterMkLst>
        <pc:sldLayoutChg chg="add mod replId">
          <pc:chgData name="Jorge Cisneros" userId="S::jorge.cisneros@utp.ac.pa::a982605d-983a-4d5b-82e5-99741f5a147d" providerId="AD" clId="Web-{90C6A543-6F00-F073-0A94-6B9B5147E478}" dt="2026-04-27T01:23:10.981" v="2"/>
          <pc:sldLayoutMkLst>
            <pc:docMk/>
            <pc:sldMasterMk cId="1685191678" sldId="2147483660"/>
            <pc:sldLayoutMk cId="1017134296" sldId="2147483661"/>
          </pc:sldLayoutMkLst>
        </pc:sldLayoutChg>
        <pc:sldLayoutChg chg="add mod replId">
          <pc:chgData name="Jorge Cisneros" userId="S::jorge.cisneros@utp.ac.pa::a982605d-983a-4d5b-82e5-99741f5a147d" providerId="AD" clId="Web-{90C6A543-6F00-F073-0A94-6B9B5147E478}" dt="2026-04-27T01:23:10.981" v="2"/>
          <pc:sldLayoutMkLst>
            <pc:docMk/>
            <pc:sldMasterMk cId="1685191678" sldId="2147483660"/>
            <pc:sldLayoutMk cId="1654555939" sldId="2147483662"/>
          </pc:sldLayoutMkLst>
        </pc:sldLayoutChg>
        <pc:sldLayoutChg chg="add mod replId">
          <pc:chgData name="Jorge Cisneros" userId="S::jorge.cisneros@utp.ac.pa::a982605d-983a-4d5b-82e5-99741f5a147d" providerId="AD" clId="Web-{90C6A543-6F00-F073-0A94-6B9B5147E478}" dt="2026-04-27T01:23:10.981" v="2"/>
          <pc:sldLayoutMkLst>
            <pc:docMk/>
            <pc:sldMasterMk cId="1685191678" sldId="2147483660"/>
            <pc:sldLayoutMk cId="3707965174" sldId="2147483663"/>
          </pc:sldLayoutMkLst>
        </pc:sldLayoutChg>
        <pc:sldLayoutChg chg="add mod replId">
          <pc:chgData name="Jorge Cisneros" userId="S::jorge.cisneros@utp.ac.pa::a982605d-983a-4d5b-82e5-99741f5a147d" providerId="AD" clId="Web-{90C6A543-6F00-F073-0A94-6B9B5147E478}" dt="2026-04-27T01:23:10.981" v="2"/>
          <pc:sldLayoutMkLst>
            <pc:docMk/>
            <pc:sldMasterMk cId="1685191678" sldId="2147483660"/>
            <pc:sldLayoutMk cId="1987531582" sldId="2147483664"/>
          </pc:sldLayoutMkLst>
        </pc:sldLayoutChg>
        <pc:sldLayoutChg chg="add mod replId">
          <pc:chgData name="Jorge Cisneros" userId="S::jorge.cisneros@utp.ac.pa::a982605d-983a-4d5b-82e5-99741f5a147d" providerId="AD" clId="Web-{90C6A543-6F00-F073-0A94-6B9B5147E478}" dt="2026-04-27T01:23:10.981" v="2"/>
          <pc:sldLayoutMkLst>
            <pc:docMk/>
            <pc:sldMasterMk cId="1685191678" sldId="2147483660"/>
            <pc:sldLayoutMk cId="2646410563" sldId="2147483665"/>
          </pc:sldLayoutMkLst>
        </pc:sldLayoutChg>
        <pc:sldLayoutChg chg="add mod replId">
          <pc:chgData name="Jorge Cisneros" userId="S::jorge.cisneros@utp.ac.pa::a982605d-983a-4d5b-82e5-99741f5a147d" providerId="AD" clId="Web-{90C6A543-6F00-F073-0A94-6B9B5147E478}" dt="2026-04-27T01:23:10.981" v="2"/>
          <pc:sldLayoutMkLst>
            <pc:docMk/>
            <pc:sldMasterMk cId="1685191678" sldId="2147483660"/>
            <pc:sldLayoutMk cId="1752004452" sldId="2147483666"/>
          </pc:sldLayoutMkLst>
        </pc:sldLayoutChg>
        <pc:sldLayoutChg chg="add mod replId">
          <pc:chgData name="Jorge Cisneros" userId="S::jorge.cisneros@utp.ac.pa::a982605d-983a-4d5b-82e5-99741f5a147d" providerId="AD" clId="Web-{90C6A543-6F00-F073-0A94-6B9B5147E478}" dt="2026-04-27T01:23:10.981" v="2"/>
          <pc:sldLayoutMkLst>
            <pc:docMk/>
            <pc:sldMasterMk cId="1685191678" sldId="2147483660"/>
            <pc:sldLayoutMk cId="3130384228" sldId="2147483667"/>
          </pc:sldLayoutMkLst>
        </pc:sldLayoutChg>
        <pc:sldLayoutChg chg="add mod replId">
          <pc:chgData name="Jorge Cisneros" userId="S::jorge.cisneros@utp.ac.pa::a982605d-983a-4d5b-82e5-99741f5a147d" providerId="AD" clId="Web-{90C6A543-6F00-F073-0A94-6B9B5147E478}" dt="2026-04-27T01:23:10.981" v="2"/>
          <pc:sldLayoutMkLst>
            <pc:docMk/>
            <pc:sldMasterMk cId="1685191678" sldId="2147483660"/>
            <pc:sldLayoutMk cId="3762435417" sldId="2147483668"/>
          </pc:sldLayoutMkLst>
        </pc:sldLayoutChg>
        <pc:sldLayoutChg chg="add mod replId">
          <pc:chgData name="Jorge Cisneros" userId="S::jorge.cisneros@utp.ac.pa::a982605d-983a-4d5b-82e5-99741f5a147d" providerId="AD" clId="Web-{90C6A543-6F00-F073-0A94-6B9B5147E478}" dt="2026-04-27T01:23:10.981" v="2"/>
          <pc:sldLayoutMkLst>
            <pc:docMk/>
            <pc:sldMasterMk cId="1685191678" sldId="2147483660"/>
            <pc:sldLayoutMk cId="4068448091" sldId="2147483669"/>
          </pc:sldLayoutMkLst>
        </pc:sldLayoutChg>
        <pc:sldLayoutChg chg="add mod replId">
          <pc:chgData name="Jorge Cisneros" userId="S::jorge.cisneros@utp.ac.pa::a982605d-983a-4d5b-82e5-99741f5a147d" providerId="AD" clId="Web-{90C6A543-6F00-F073-0A94-6B9B5147E478}" dt="2026-04-27T01:23:10.981" v="2"/>
          <pc:sldLayoutMkLst>
            <pc:docMk/>
            <pc:sldMasterMk cId="1685191678" sldId="2147483660"/>
            <pc:sldLayoutMk cId="1522296239" sldId="2147483670"/>
          </pc:sldLayoutMkLst>
        </pc:sldLayoutChg>
        <pc:sldLayoutChg chg="add mod replId">
          <pc:chgData name="Jorge Cisneros" userId="S::jorge.cisneros@utp.ac.pa::a982605d-983a-4d5b-82e5-99741f5a147d" providerId="AD" clId="Web-{90C6A543-6F00-F073-0A94-6B9B5147E478}" dt="2026-04-27T01:23:10.981" v="2"/>
          <pc:sldLayoutMkLst>
            <pc:docMk/>
            <pc:sldMasterMk cId="1685191678" sldId="2147483660"/>
            <pc:sldLayoutMk cId="1571846364" sldId="214748367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134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555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965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531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410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004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384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435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448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296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1846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1916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android.com/jetpack/androidx/releases/compose-material?hl=es-419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Material </a:t>
            </a:r>
            <a:r>
              <a:rPr lang="es-ES" dirty="0" err="1"/>
              <a:t>Compose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Prof.: Jorge Cisneros</a:t>
            </a:r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1CC4BA-C2C7-49B7-F57E-4A9D0EC18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Qué es Material </a:t>
            </a:r>
            <a:r>
              <a:rPr lang="es-ES" err="1"/>
              <a:t>Compose</a:t>
            </a:r>
            <a:r>
              <a:rPr lang="es-ES"/>
              <a:t>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0BAB90-E5A8-98F1-C372-911DEBFFA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ES" dirty="0">
                <a:ea typeface="+mn-lt"/>
                <a:cs typeface="+mn-lt"/>
              </a:rPr>
              <a:t>Es una biblioteca de componentes de interfaz de usuario (IU) nativos de Android que implementa el sistema de diseño de Google. Permite crear aplicaciones modernas, atractivas y consistentes utilizando código </a:t>
            </a:r>
            <a:r>
              <a:rPr lang="es-ES" dirty="0" err="1">
                <a:ea typeface="+mn-lt"/>
                <a:cs typeface="+mn-lt"/>
              </a:rPr>
              <a:t>Kotlin</a:t>
            </a:r>
            <a:r>
              <a:rPr lang="es-ES" dirty="0">
                <a:ea typeface="+mn-lt"/>
                <a:cs typeface="+mn-lt"/>
              </a:rPr>
              <a:t> declarativo. Proporciona elementos listos para usar (botones, tarjetas, top </a:t>
            </a:r>
            <a:r>
              <a:rPr lang="es-ES" dirty="0" err="1">
                <a:ea typeface="+mn-lt"/>
                <a:cs typeface="+mn-lt"/>
              </a:rPr>
              <a:t>bars</a:t>
            </a:r>
            <a:r>
              <a:rPr lang="es-ES" dirty="0">
                <a:ea typeface="+mn-lt"/>
                <a:cs typeface="+mn-lt"/>
              </a:rPr>
              <a:t>) que siguen los pilares de diseño: color, tipografía y forma.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691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593FC5-B9D3-035E-8713-8F45A275E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ea typeface="+mj-lt"/>
                <a:cs typeface="+mj-lt"/>
              </a:rPr>
              <a:t>Aspectos clave de Material en </a:t>
            </a:r>
            <a:r>
              <a:rPr lang="es-ES" b="1" dirty="0" err="1">
                <a:ea typeface="+mj-lt"/>
                <a:cs typeface="+mj-lt"/>
              </a:rPr>
              <a:t>Compose</a:t>
            </a:r>
            <a:endParaRPr lang="es-ES" dirty="0" err="1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651C58-8541-F30F-7A25-9413E4A57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s-ES" b="1" dirty="0">
                <a:ea typeface="+mn-lt"/>
                <a:cs typeface="+mn-lt"/>
              </a:rPr>
              <a:t>Implementación de Material </a:t>
            </a:r>
            <a:r>
              <a:rPr lang="es-ES" b="1" dirty="0" err="1">
                <a:ea typeface="+mn-lt"/>
                <a:cs typeface="+mn-lt"/>
              </a:rPr>
              <a:t>Design</a:t>
            </a:r>
            <a:r>
              <a:rPr lang="es-ES" b="1" dirty="0">
                <a:ea typeface="+mn-lt"/>
                <a:cs typeface="+mn-lt"/>
              </a:rPr>
              <a:t>:</a:t>
            </a:r>
            <a:r>
              <a:rPr lang="es-ES" dirty="0">
                <a:ea typeface="+mn-lt"/>
                <a:cs typeface="+mn-lt"/>
              </a:rPr>
              <a:t> Proporciona estilos y componentes adaptables que cumplen con las reglas de diseño de Google.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Componentes Listos para Usar:</a:t>
            </a:r>
            <a:r>
              <a:rPr lang="es-ES" dirty="0">
                <a:ea typeface="+mn-lt"/>
                <a:cs typeface="+mn-lt"/>
              </a:rPr>
              <a:t> Incluye botones, tarjetas (</a:t>
            </a:r>
            <a:r>
              <a:rPr lang="es-ES" dirty="0" err="1">
                <a:ea typeface="+mn-lt"/>
                <a:cs typeface="+mn-lt"/>
              </a:rPr>
              <a:t>cards</a:t>
            </a:r>
            <a:r>
              <a:rPr lang="es-ES" dirty="0">
                <a:ea typeface="+mn-lt"/>
                <a:cs typeface="+mn-lt"/>
              </a:rPr>
              <a:t>), interruptores, barras superiores y más, compilados sobre temas de Material para personalización.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Sistemas de Temas:</a:t>
            </a:r>
            <a:r>
              <a:rPr lang="es-ES" dirty="0">
                <a:ea typeface="+mn-lt"/>
                <a:cs typeface="+mn-lt"/>
              </a:rPr>
              <a:t> Ofrece </a:t>
            </a:r>
            <a:r>
              <a:rPr lang="es-ES" dirty="0" err="1">
                <a:latin typeface="Consolas"/>
              </a:rPr>
              <a:t>MaterialTheme</a:t>
            </a:r>
            <a:r>
              <a:rPr lang="es-ES" dirty="0">
                <a:ea typeface="+mn-lt"/>
                <a:cs typeface="+mn-lt"/>
              </a:rPr>
              <a:t> para gestionar colores, tipografías y formas de manera sistemática.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Ventajas:</a:t>
            </a:r>
            <a:r>
              <a:rPr lang="es-ES" dirty="0">
                <a:ea typeface="+mn-lt"/>
                <a:cs typeface="+mn-lt"/>
              </a:rPr>
              <a:t> Menos código, diseño declarativo (se describe cómo debe ser la interfaz en lugar de cómo cambiarla) y alta compatibilidad con el sistema de temas.</a:t>
            </a:r>
            <a:endParaRPr lang="es-ES" dirty="0"/>
          </a:p>
          <a:p>
            <a:r>
              <a:rPr lang="es-ES" b="1">
                <a:ea typeface="+mn-lt"/>
                <a:cs typeface="+mn-lt"/>
              </a:rPr>
              <a:t>Evolución:</a:t>
            </a:r>
            <a:r>
              <a:rPr lang="es-ES">
                <a:ea typeface="+mn-lt"/>
                <a:cs typeface="+mn-lt"/>
              </a:rPr>
              <a:t> Actualmente.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2023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7CF53D-04F6-0B40-4B0E-C59A6370E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>
                <a:ea typeface="+mj-lt"/>
                <a:cs typeface="+mj-lt"/>
              </a:rPr>
              <a:t>Ejemplos de Uso y Componentes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9DD4CF-FD2C-C9FC-C392-666D62867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b="1" dirty="0" err="1">
                <a:latin typeface="Consolas"/>
              </a:rPr>
              <a:t>Button</a:t>
            </a:r>
            <a:r>
              <a:rPr lang="es-ES" b="1" dirty="0">
                <a:ea typeface="+mn-lt"/>
                <a:cs typeface="+mn-lt"/>
              </a:rPr>
              <a:t>, </a:t>
            </a:r>
            <a:r>
              <a:rPr lang="es-ES" b="1" dirty="0" err="1">
                <a:latin typeface="Consolas"/>
              </a:rPr>
              <a:t>Card</a:t>
            </a:r>
            <a:r>
              <a:rPr lang="es-ES" b="1" dirty="0">
                <a:ea typeface="+mn-lt"/>
                <a:cs typeface="+mn-lt"/>
              </a:rPr>
              <a:t>, </a:t>
            </a:r>
            <a:r>
              <a:rPr lang="es-ES" b="1" dirty="0" err="1">
                <a:latin typeface="Consolas"/>
              </a:rPr>
              <a:t>Checkbox</a:t>
            </a:r>
            <a:r>
              <a:rPr lang="es-ES" b="1" dirty="0">
                <a:ea typeface="+mn-lt"/>
                <a:cs typeface="+mn-lt"/>
              </a:rPr>
              <a:t>:</a:t>
            </a:r>
            <a:r>
              <a:rPr lang="es-ES" dirty="0">
                <a:ea typeface="+mn-lt"/>
                <a:cs typeface="+mn-lt"/>
              </a:rPr>
              <a:t> Componentes estándar de la biblioteca </a:t>
            </a:r>
            <a:r>
              <a:rPr lang="es-ES" dirty="0" err="1">
                <a:latin typeface="Consolas"/>
              </a:rPr>
              <a:t>androidx.compose.material</a:t>
            </a:r>
            <a:r>
              <a:rPr lang="es-ES" dirty="0">
                <a:ea typeface="+mn-lt"/>
                <a:cs typeface="+mn-lt"/>
              </a:rPr>
              <a:t>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Tematización:</a:t>
            </a:r>
            <a:r>
              <a:rPr lang="es-ES" dirty="0">
                <a:ea typeface="+mn-lt"/>
                <a:cs typeface="+mn-lt"/>
              </a:rPr>
              <a:t> Uso de </a:t>
            </a:r>
            <a:r>
              <a:rPr lang="es-ES" dirty="0" err="1">
                <a:latin typeface="Consolas"/>
              </a:rPr>
              <a:t>MaterialTheme</a:t>
            </a:r>
            <a:r>
              <a:rPr lang="es-ES" dirty="0">
                <a:ea typeface="+mn-lt"/>
                <a:cs typeface="+mn-lt"/>
              </a:rPr>
              <a:t> para definir </a:t>
            </a:r>
            <a:r>
              <a:rPr lang="es-ES" dirty="0" err="1">
                <a:latin typeface="Consolas"/>
              </a:rPr>
              <a:t>colors</a:t>
            </a:r>
            <a:r>
              <a:rPr lang="es-ES" dirty="0">
                <a:ea typeface="+mn-lt"/>
                <a:cs typeface="+mn-lt"/>
              </a:rPr>
              <a:t>, </a:t>
            </a:r>
            <a:r>
              <a:rPr lang="es-ES" dirty="0" err="1">
                <a:latin typeface="Consolas"/>
              </a:rPr>
              <a:t>typography</a:t>
            </a:r>
            <a:r>
              <a:rPr lang="es-ES" dirty="0">
                <a:ea typeface="+mn-lt"/>
                <a:cs typeface="+mn-lt"/>
              </a:rPr>
              <a:t> y </a:t>
            </a:r>
            <a:r>
              <a:rPr lang="es-ES" dirty="0" err="1">
                <a:latin typeface="Consolas"/>
              </a:rPr>
              <a:t>shapes</a:t>
            </a:r>
            <a:r>
              <a:rPr lang="es-ES" dirty="0">
                <a:ea typeface="+mn-lt"/>
                <a:cs typeface="+mn-lt"/>
              </a:rPr>
              <a:t>.</a:t>
            </a:r>
            <a:endParaRPr lang="es-ES" dirty="0"/>
          </a:p>
          <a:p>
            <a:r>
              <a:rPr lang="es-ES" b="1" dirty="0">
                <a:ea typeface="+mn-lt"/>
                <a:cs typeface="+mn-lt"/>
              </a:rPr>
              <a:t>Estructura:</a:t>
            </a:r>
            <a:r>
              <a:rPr lang="es-ES" dirty="0">
                <a:ea typeface="+mn-lt"/>
                <a:cs typeface="+mn-lt"/>
              </a:rPr>
              <a:t> Uso de </a:t>
            </a:r>
            <a:r>
              <a:rPr lang="es-ES" dirty="0" err="1">
                <a:latin typeface="Consolas"/>
              </a:rPr>
              <a:t>Scaffold</a:t>
            </a:r>
            <a:r>
              <a:rPr lang="es-ES" dirty="0">
                <a:ea typeface="+mn-lt"/>
                <a:cs typeface="+mn-lt"/>
              </a:rPr>
              <a:t> para implementar la estructura básica de la pantalla (top bar, </a:t>
            </a:r>
            <a:r>
              <a:rPr lang="es-ES" dirty="0" err="1">
                <a:ea typeface="+mn-lt"/>
                <a:cs typeface="+mn-lt"/>
              </a:rPr>
              <a:t>botton</a:t>
            </a:r>
            <a:r>
              <a:rPr lang="es-ES" dirty="0">
                <a:ea typeface="+mn-lt"/>
                <a:cs typeface="+mn-lt"/>
              </a:rPr>
              <a:t> bar, </a:t>
            </a:r>
            <a:r>
              <a:rPr lang="es-ES" dirty="0" err="1">
                <a:ea typeface="+mn-lt"/>
                <a:cs typeface="+mn-lt"/>
              </a:rPr>
              <a:t>fab</a:t>
            </a:r>
            <a:r>
              <a:rPr lang="es-ES" dirty="0">
                <a:ea typeface="+mn-lt"/>
                <a:cs typeface="+mn-lt"/>
              </a:rPr>
              <a:t>).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11115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F69D7A-AD5B-CFF2-4FCC-CDB55A51B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>
                <a:ea typeface="+mj-lt"/>
                <a:cs typeface="+mj-lt"/>
              </a:rPr>
              <a:t>Sinónimos o términos relacionados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B944F0-819B-5F87-AF9E-CADEE8024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>
                <a:ea typeface="+mn-lt"/>
                <a:cs typeface="+mn-lt"/>
              </a:rPr>
              <a:t>Compose Material</a:t>
            </a:r>
            <a:endParaRPr lang="es-ES"/>
          </a:p>
          <a:p>
            <a:r>
              <a:rPr lang="es-ES" dirty="0">
                <a:ea typeface="+mn-lt"/>
                <a:cs typeface="+mn-lt"/>
              </a:rPr>
              <a:t>Material </a:t>
            </a:r>
            <a:r>
              <a:rPr lang="es-ES" dirty="0" err="1">
                <a:ea typeface="+mn-lt"/>
                <a:cs typeface="+mn-lt"/>
              </a:rPr>
              <a:t>Design</a:t>
            </a:r>
            <a:r>
              <a:rPr lang="es-ES" dirty="0">
                <a:ea typeface="+mn-lt"/>
                <a:cs typeface="+mn-lt"/>
              </a:rPr>
              <a:t> </a:t>
            </a:r>
            <a:r>
              <a:rPr lang="es-ES" dirty="0" err="1">
                <a:ea typeface="+mn-lt"/>
                <a:cs typeface="+mn-lt"/>
              </a:rPr>
              <a:t>Components</a:t>
            </a:r>
            <a:r>
              <a:rPr lang="es-ES" dirty="0">
                <a:ea typeface="+mn-lt"/>
                <a:cs typeface="+mn-lt"/>
              </a:rPr>
              <a:t> in </a:t>
            </a:r>
            <a:r>
              <a:rPr lang="es-ES" dirty="0" err="1">
                <a:ea typeface="+mn-lt"/>
                <a:cs typeface="+mn-lt"/>
              </a:rPr>
              <a:t>Compose</a:t>
            </a:r>
            <a:endParaRPr lang="es-ES" dirty="0" err="1"/>
          </a:p>
          <a:p>
            <a:r>
              <a:rPr lang="es-ES" dirty="0">
                <a:ea typeface="+mn-lt"/>
                <a:cs typeface="+mn-lt"/>
              </a:rPr>
              <a:t>UI de Material en Android </a:t>
            </a:r>
            <a:r>
              <a:rPr lang="es-ES" dirty="0" err="1">
                <a:ea typeface="+mn-lt"/>
                <a:cs typeface="+mn-lt"/>
              </a:rPr>
              <a:t>Compose</a:t>
            </a:r>
            <a:endParaRPr lang="es-ES" dirty="0" err="1"/>
          </a:p>
        </p:txBody>
      </p:sp>
    </p:spTree>
    <p:extLst>
      <p:ext uri="{BB962C8B-B14F-4D97-AF65-F5344CB8AC3E}">
        <p14:creationId xmlns:p14="http://schemas.microsoft.com/office/powerpoint/2010/main" val="2395580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7032E9-1BB0-972A-8F81-001B369BE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Referencias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84161F8-64F8-D68A-2774-C0C3F1986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>
                <a:ea typeface="+mn-lt"/>
                <a:cs typeface="+mn-lt"/>
                <a:hlinkClick r:id="rId2"/>
              </a:rPr>
              <a:t>https://developer.android.com/jetpack/androidx/releases/compose-material?hl=es-419</a:t>
            </a:r>
            <a:endParaRPr lang="es-ES">
              <a:ea typeface="+mn-lt"/>
              <a:cs typeface="+mn-lt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12704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062610-2F8E-863C-6C11-020ECC56B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Gracias!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2F6DA1-3C26-7F95-B789-80263955E5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2349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B4D4D83D2D55546B1737CDAD57026FA" ma:contentTypeVersion="7" ma:contentTypeDescription="Crear nuevo documento." ma:contentTypeScope="" ma:versionID="a305dadf18341afe0fb62d5107be1c01">
  <xsd:schema xmlns:xsd="http://www.w3.org/2001/XMLSchema" xmlns:xs="http://www.w3.org/2001/XMLSchema" xmlns:p="http://schemas.microsoft.com/office/2006/metadata/properties" xmlns:ns2="88ed0247-0ef3-4540-a022-4129002f7747" targetNamespace="http://schemas.microsoft.com/office/2006/metadata/properties" ma:root="true" ma:fieldsID="64c10b7398facec25861e47b2e8b0b88" ns2:_="">
    <xsd:import namespace="88ed0247-0ef3-4540-a022-4129002f77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ed0247-0ef3-4540-a022-4129002f77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93182D6-3B52-4EC2-9316-A0DCB453BB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8ed0247-0ef3-4540-a022-4129002f774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7320269-2531-4210-B268-142C553F771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7D9A0E6-5800-4653-92EA-769B11E3E1A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8" baseType="lpstr">
      <vt:lpstr>Office Theme</vt:lpstr>
      <vt:lpstr>Material Compose</vt:lpstr>
      <vt:lpstr>Qué es Material Compose?</vt:lpstr>
      <vt:lpstr>Aspectos clave de Material en Compose</vt:lpstr>
      <vt:lpstr>Ejemplos de Uso y Componentes</vt:lpstr>
      <vt:lpstr>Sinónimos o términos relacionados</vt:lpstr>
      <vt:lpstr>Referencias</vt:lpstr>
      <vt:lpstr>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30</cp:revision>
  <dcterms:created xsi:type="dcterms:W3CDTF">2026-04-27T01:22:42Z</dcterms:created>
  <dcterms:modified xsi:type="dcterms:W3CDTF">2026-04-27T01:27:25Z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0x0101000B4D4D83D2D55546B1737CDAD57026FA</vt:lpwstr>
  </property>
</Properties>
</file>